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embeddedFontLst>
    <p:embeddedFont>
      <p:font typeface="Fira Sans" panose="020B0503050000020004" pitchFamily="34" charset="0"/>
      <p:regular r:id="rId13"/>
      <p:bold r:id="rId14"/>
      <p:italic r:id="rId15"/>
      <p:boldItalic r:id="rId16"/>
    </p:embeddedFont>
    <p:embeddedFont>
      <p:font typeface="Marcellus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oJhWYU73jGqpePY36uknbuIJF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3202F4-C149-4398-9AE5-B3C02858A931}" v="73" dt="2026-04-03T04:40:53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dant Tendulkar" userId="1bea10b0d3d0befb" providerId="LiveId" clId="{14B73243-212F-46A5-B57F-2945D9A616A1}"/>
    <pc:docChg chg="custSel addSld delSld modSld">
      <pc:chgData name="Vedant Tendulkar" userId="1bea10b0d3d0befb" providerId="LiveId" clId="{14B73243-212F-46A5-B57F-2945D9A616A1}" dt="2026-04-03T04:40:53.994" v="385" actId="1076"/>
      <pc:docMkLst>
        <pc:docMk/>
      </pc:docMkLst>
      <pc:sldChg chg="addSp delSp modSp mod">
        <pc:chgData name="Vedant Tendulkar" userId="1bea10b0d3d0befb" providerId="LiveId" clId="{14B73243-212F-46A5-B57F-2945D9A616A1}" dt="2026-04-02T16:57:05.470" v="126" actId="255"/>
        <pc:sldMkLst>
          <pc:docMk/>
          <pc:sldMk cId="0" sldId="256"/>
        </pc:sldMkLst>
        <pc:spChg chg="add del mod">
          <ac:chgData name="Vedant Tendulkar" userId="1bea10b0d3d0befb" providerId="LiveId" clId="{14B73243-212F-46A5-B57F-2945D9A616A1}" dt="2026-04-02T16:41:42.115" v="4" actId="478"/>
          <ac:spMkLst>
            <pc:docMk/>
            <pc:sldMk cId="0" sldId="256"/>
            <ac:spMk id="3" creationId="{796B24D5-2A76-ECE3-0661-A27087EF74FE}"/>
          </ac:spMkLst>
        </pc:spChg>
        <pc:spChg chg="add mod">
          <ac:chgData name="Vedant Tendulkar" userId="1bea10b0d3d0befb" providerId="LiveId" clId="{14B73243-212F-46A5-B57F-2945D9A616A1}" dt="2026-04-02T16:57:05.470" v="126" actId="255"/>
          <ac:spMkLst>
            <pc:docMk/>
            <pc:sldMk cId="0" sldId="256"/>
            <ac:spMk id="4" creationId="{612FCCFA-F6FB-CCFE-7E59-A40E60B8728F}"/>
          </ac:spMkLst>
        </pc:spChg>
        <pc:spChg chg="mod">
          <ac:chgData name="Vedant Tendulkar" userId="1bea10b0d3d0befb" providerId="LiveId" clId="{14B73243-212F-46A5-B57F-2945D9A616A1}" dt="2026-04-02T16:42:20.229" v="9" actId="1076"/>
          <ac:spMkLst>
            <pc:docMk/>
            <pc:sldMk cId="0" sldId="256"/>
            <ac:spMk id="80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6:41:39.052" v="3" actId="478"/>
          <ac:spMkLst>
            <pc:docMk/>
            <pc:sldMk cId="0" sldId="256"/>
            <ac:spMk id="81" creationId="{00000000-0000-0000-0000-000000000000}"/>
          </ac:spMkLst>
        </pc:spChg>
        <pc:spChg chg="del">
          <ac:chgData name="Vedant Tendulkar" userId="1bea10b0d3d0befb" providerId="LiveId" clId="{14B73243-212F-46A5-B57F-2945D9A616A1}" dt="2026-04-02T16:41:57.355" v="7" actId="478"/>
          <ac:spMkLst>
            <pc:docMk/>
            <pc:sldMk cId="0" sldId="256"/>
            <ac:spMk id="84" creationId="{00000000-0000-0000-0000-000000000000}"/>
          </ac:spMkLst>
        </pc:spChg>
        <pc:spChg chg="del">
          <ac:chgData name="Vedant Tendulkar" userId="1bea10b0d3d0befb" providerId="LiveId" clId="{14B73243-212F-46A5-B57F-2945D9A616A1}" dt="2026-04-02T16:41:51.331" v="6" actId="478"/>
          <ac:spMkLst>
            <pc:docMk/>
            <pc:sldMk cId="0" sldId="256"/>
            <ac:spMk id="85" creationId="{00000000-0000-0000-0000-000000000000}"/>
          </ac:spMkLst>
        </pc:spChg>
        <pc:picChg chg="add mod">
          <ac:chgData name="Vedant Tendulkar" userId="1bea10b0d3d0befb" providerId="LiveId" clId="{14B73243-212F-46A5-B57F-2945D9A616A1}" dt="2026-04-02T16:56:54.453" v="124" actId="1076"/>
          <ac:picMkLst>
            <pc:docMk/>
            <pc:sldMk cId="0" sldId="256"/>
            <ac:picMk id="2050" creationId="{F6851717-D468-97C3-7EDC-D7FCC1F986A7}"/>
          </ac:picMkLst>
        </pc:picChg>
      </pc:sldChg>
      <pc:sldChg chg="addSp delSp modSp mod">
        <pc:chgData name="Vedant Tendulkar" userId="1bea10b0d3d0befb" providerId="LiveId" clId="{14B73243-212F-46A5-B57F-2945D9A616A1}" dt="2026-04-02T16:56:22.187" v="119" actId="255"/>
        <pc:sldMkLst>
          <pc:docMk/>
          <pc:sldMk cId="0" sldId="257"/>
        </pc:sldMkLst>
        <pc:spChg chg="add mod">
          <ac:chgData name="Vedant Tendulkar" userId="1bea10b0d3d0befb" providerId="LiveId" clId="{14B73243-212F-46A5-B57F-2945D9A616A1}" dt="2026-04-02T16:56:22.187" v="119" actId="255"/>
          <ac:spMkLst>
            <pc:docMk/>
            <pc:sldMk cId="0" sldId="257"/>
            <ac:spMk id="3" creationId="{C8AC3B85-1626-CEA3-425A-F386E4725AB5}"/>
          </ac:spMkLst>
        </pc:spChg>
        <pc:spChg chg="mod">
          <ac:chgData name="Vedant Tendulkar" userId="1bea10b0d3d0befb" providerId="LiveId" clId="{14B73243-212F-46A5-B57F-2945D9A616A1}" dt="2026-04-02T16:45:38.121" v="58"/>
          <ac:spMkLst>
            <pc:docMk/>
            <pc:sldMk cId="0" sldId="257"/>
            <ac:spMk id="91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6:42:59.353" v="52" actId="478"/>
          <ac:spMkLst>
            <pc:docMk/>
            <pc:sldMk cId="0" sldId="257"/>
            <ac:spMk id="92" creationId="{00000000-0000-0000-0000-000000000000}"/>
          </ac:spMkLst>
        </pc:spChg>
        <pc:spChg chg="del">
          <ac:chgData name="Vedant Tendulkar" userId="1bea10b0d3d0befb" providerId="LiveId" clId="{14B73243-212F-46A5-B57F-2945D9A616A1}" dt="2026-04-02T16:43:05.877" v="54" actId="478"/>
          <ac:spMkLst>
            <pc:docMk/>
            <pc:sldMk cId="0" sldId="257"/>
            <ac:spMk id="93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6:43:11.449" v="56" actId="478"/>
          <ac:spMkLst>
            <pc:docMk/>
            <pc:sldMk cId="0" sldId="257"/>
            <ac:spMk id="94" creationId="{00000000-0000-0000-0000-000000000000}"/>
          </ac:spMkLst>
        </pc:spChg>
        <pc:picChg chg="add mod">
          <ac:chgData name="Vedant Tendulkar" userId="1bea10b0d3d0befb" providerId="LiveId" clId="{14B73243-212F-46A5-B57F-2945D9A616A1}" dt="2026-04-02T16:55:56.455" v="117" actId="1076"/>
          <ac:picMkLst>
            <pc:docMk/>
            <pc:sldMk cId="0" sldId="257"/>
            <ac:picMk id="1026" creationId="{47456EF5-AFDC-57FD-C03D-4DFC7EFEF508}"/>
          </ac:picMkLst>
        </pc:picChg>
      </pc:sldChg>
      <pc:sldChg chg="addSp delSp modSp mod">
        <pc:chgData name="Vedant Tendulkar" userId="1bea10b0d3d0befb" providerId="LiveId" clId="{14B73243-212F-46A5-B57F-2945D9A616A1}" dt="2026-04-02T17:19:42.537" v="143" actId="1076"/>
        <pc:sldMkLst>
          <pc:docMk/>
          <pc:sldMk cId="0" sldId="258"/>
        </pc:sldMkLst>
        <pc:spChg chg="add mod">
          <ac:chgData name="Vedant Tendulkar" userId="1bea10b0d3d0befb" providerId="LiveId" clId="{14B73243-212F-46A5-B57F-2945D9A616A1}" dt="2026-04-02T16:49:17.773" v="113" actId="1076"/>
          <ac:spMkLst>
            <pc:docMk/>
            <pc:sldMk cId="0" sldId="258"/>
            <ac:spMk id="2" creationId="{AB980B95-4718-7D9B-5EE2-7477DFFD2772}"/>
          </ac:spMkLst>
        </pc:spChg>
        <pc:spChg chg="add mod">
          <ac:chgData name="Vedant Tendulkar" userId="1bea10b0d3d0befb" providerId="LiveId" clId="{14B73243-212F-46A5-B57F-2945D9A616A1}" dt="2026-04-02T16:49:12.561" v="112" actId="1076"/>
          <ac:spMkLst>
            <pc:docMk/>
            <pc:sldMk cId="0" sldId="258"/>
            <ac:spMk id="3" creationId="{A8B0F0F2-78A3-C356-A4F3-4DC4A3E5ADCD}"/>
          </ac:spMkLst>
        </pc:spChg>
        <pc:spChg chg="mod">
          <ac:chgData name="Vedant Tendulkar" userId="1bea10b0d3d0befb" providerId="LiveId" clId="{14B73243-212F-46A5-B57F-2945D9A616A1}" dt="2026-04-02T16:46:33.647" v="86" actId="1076"/>
          <ac:spMkLst>
            <pc:docMk/>
            <pc:sldMk cId="0" sldId="258"/>
            <ac:spMk id="100" creationId="{00000000-0000-0000-0000-000000000000}"/>
          </ac:spMkLst>
        </pc:spChg>
        <pc:spChg chg="del">
          <ac:chgData name="Vedant Tendulkar" userId="1bea10b0d3d0befb" providerId="LiveId" clId="{14B73243-212F-46A5-B57F-2945D9A616A1}" dt="2026-04-02T16:46:39.863" v="88" actId="478"/>
          <ac:spMkLst>
            <pc:docMk/>
            <pc:sldMk cId="0" sldId="258"/>
            <ac:spMk id="101" creationId="{00000000-0000-0000-0000-000000000000}"/>
          </ac:spMkLst>
        </pc:spChg>
        <pc:spChg chg="del">
          <ac:chgData name="Vedant Tendulkar" userId="1bea10b0d3d0befb" providerId="LiveId" clId="{14B73243-212F-46A5-B57F-2945D9A616A1}" dt="2026-04-02T16:46:37.929" v="87" actId="478"/>
          <ac:spMkLst>
            <pc:docMk/>
            <pc:sldMk cId="0" sldId="258"/>
            <ac:spMk id="102" creationId="{00000000-0000-0000-0000-000000000000}"/>
          </ac:spMkLst>
        </pc:spChg>
        <pc:picChg chg="add mod">
          <ac:chgData name="Vedant Tendulkar" userId="1bea10b0d3d0befb" providerId="LiveId" clId="{14B73243-212F-46A5-B57F-2945D9A616A1}" dt="2026-04-02T17:19:42.537" v="143" actId="1076"/>
          <ac:picMkLst>
            <pc:docMk/>
            <pc:sldMk cId="0" sldId="258"/>
            <ac:picMk id="3074" creationId="{C6845DB4-F0AD-3D48-E01E-FA19E6806833}"/>
          </ac:picMkLst>
        </pc:picChg>
        <pc:picChg chg="add mod">
          <ac:chgData name="Vedant Tendulkar" userId="1bea10b0d3d0befb" providerId="LiveId" clId="{14B73243-212F-46A5-B57F-2945D9A616A1}" dt="2026-04-02T17:19:35.895" v="140" actId="1076"/>
          <ac:picMkLst>
            <pc:docMk/>
            <pc:sldMk cId="0" sldId="258"/>
            <ac:picMk id="3076" creationId="{D2F0E2DE-B826-75DA-E816-24AB16FF5568}"/>
          </ac:picMkLst>
        </pc:picChg>
      </pc:sldChg>
      <pc:sldChg chg="addSp delSp modSp mod">
        <pc:chgData name="Vedant Tendulkar" userId="1bea10b0d3d0befb" providerId="LiveId" clId="{14B73243-212F-46A5-B57F-2945D9A616A1}" dt="2026-04-03T04:11:55.967" v="323" actId="14100"/>
        <pc:sldMkLst>
          <pc:docMk/>
          <pc:sldMk cId="0" sldId="259"/>
        </pc:sldMkLst>
        <pc:spChg chg="mod">
          <ac:chgData name="Vedant Tendulkar" userId="1bea10b0d3d0befb" providerId="LiveId" clId="{14B73243-212F-46A5-B57F-2945D9A616A1}" dt="2026-04-02T17:20:50.865" v="147" actId="1076"/>
          <ac:spMkLst>
            <pc:docMk/>
            <pc:sldMk cId="0" sldId="259"/>
            <ac:spMk id="108" creationId="{00000000-0000-0000-0000-000000000000}"/>
          </ac:spMkLst>
        </pc:spChg>
        <pc:spChg chg="mod">
          <ac:chgData name="Vedant Tendulkar" userId="1bea10b0d3d0befb" providerId="LiveId" clId="{14B73243-212F-46A5-B57F-2945D9A616A1}" dt="2026-04-02T17:26:13.549" v="178" actId="20577"/>
          <ac:spMkLst>
            <pc:docMk/>
            <pc:sldMk cId="0" sldId="259"/>
            <ac:spMk id="109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21:08.502" v="150" actId="478"/>
          <ac:spMkLst>
            <pc:docMk/>
            <pc:sldMk cId="0" sldId="259"/>
            <ac:spMk id="110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21:11.657" v="152" actId="478"/>
          <ac:spMkLst>
            <pc:docMk/>
            <pc:sldMk cId="0" sldId="259"/>
            <ac:spMk id="111" creationId="{00000000-0000-0000-0000-000000000000}"/>
          </ac:spMkLst>
        </pc:spChg>
        <pc:picChg chg="add mod">
          <ac:chgData name="Vedant Tendulkar" userId="1bea10b0d3d0befb" providerId="LiveId" clId="{14B73243-212F-46A5-B57F-2945D9A616A1}" dt="2026-04-03T04:11:55.967" v="323" actId="14100"/>
          <ac:picMkLst>
            <pc:docMk/>
            <pc:sldMk cId="0" sldId="259"/>
            <ac:picMk id="3" creationId="{64888F0F-1AC8-C505-9336-14C9B7D74BB6}"/>
          </ac:picMkLst>
        </pc:picChg>
      </pc:sldChg>
      <pc:sldChg chg="addSp delSp modSp mod">
        <pc:chgData name="Vedant Tendulkar" userId="1bea10b0d3d0befb" providerId="LiveId" clId="{14B73243-212F-46A5-B57F-2945D9A616A1}" dt="2026-04-03T04:12:34.843" v="325" actId="1076"/>
        <pc:sldMkLst>
          <pc:docMk/>
          <pc:sldMk cId="0" sldId="260"/>
        </pc:sldMkLst>
        <pc:spChg chg="mod">
          <ac:chgData name="Vedant Tendulkar" userId="1bea10b0d3d0befb" providerId="LiveId" clId="{14B73243-212F-46A5-B57F-2945D9A616A1}" dt="2026-04-02T17:28:06.874" v="191" actId="1076"/>
          <ac:spMkLst>
            <pc:docMk/>
            <pc:sldMk cId="0" sldId="260"/>
            <ac:spMk id="117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26:35.556" v="180" actId="478"/>
          <ac:spMkLst>
            <pc:docMk/>
            <pc:sldMk cId="0" sldId="260"/>
            <ac:spMk id="118" creationId="{00000000-0000-0000-0000-000000000000}"/>
          </ac:spMkLst>
        </pc:spChg>
        <pc:spChg chg="mod">
          <ac:chgData name="Vedant Tendulkar" userId="1bea10b0d3d0befb" providerId="LiveId" clId="{14B73243-212F-46A5-B57F-2945D9A616A1}" dt="2026-04-03T04:12:30.284" v="324" actId="1076"/>
          <ac:spMkLst>
            <pc:docMk/>
            <pc:sldMk cId="0" sldId="260"/>
            <ac:spMk id="119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26:44.941" v="184" actId="478"/>
          <ac:spMkLst>
            <pc:docMk/>
            <pc:sldMk cId="0" sldId="260"/>
            <ac:spMk id="120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26:41.786" v="182" actId="478"/>
          <ac:spMkLst>
            <pc:docMk/>
            <pc:sldMk cId="0" sldId="260"/>
            <ac:spMk id="121" creationId="{00000000-0000-0000-0000-000000000000}"/>
          </ac:spMkLst>
        </pc:spChg>
        <pc:picChg chg="add mod">
          <ac:chgData name="Vedant Tendulkar" userId="1bea10b0d3d0befb" providerId="LiveId" clId="{14B73243-212F-46A5-B57F-2945D9A616A1}" dt="2026-04-03T04:12:34.843" v="325" actId="1076"/>
          <ac:picMkLst>
            <pc:docMk/>
            <pc:sldMk cId="0" sldId="260"/>
            <ac:picMk id="3" creationId="{F7F8B1F1-B92B-8557-4219-E8FAC20B1F8E}"/>
          </ac:picMkLst>
        </pc:picChg>
      </pc:sldChg>
      <pc:sldChg chg="addSp delSp modSp mod">
        <pc:chgData name="Vedant Tendulkar" userId="1bea10b0d3d0befb" providerId="LiveId" clId="{14B73243-212F-46A5-B57F-2945D9A616A1}" dt="2026-04-02T17:51:48.002" v="290" actId="14100"/>
        <pc:sldMkLst>
          <pc:docMk/>
          <pc:sldMk cId="0" sldId="261"/>
        </pc:sldMkLst>
        <pc:spChg chg="mod">
          <ac:chgData name="Vedant Tendulkar" userId="1bea10b0d3d0befb" providerId="LiveId" clId="{14B73243-212F-46A5-B57F-2945D9A616A1}" dt="2026-04-02T17:33:51.753" v="211" actId="1076"/>
          <ac:spMkLst>
            <pc:docMk/>
            <pc:sldMk cId="0" sldId="261"/>
            <ac:spMk id="127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33:16.904" v="204" actId="478"/>
          <ac:spMkLst>
            <pc:docMk/>
            <pc:sldMk cId="0" sldId="261"/>
            <ac:spMk id="128" creationId="{00000000-0000-0000-0000-000000000000}"/>
          </ac:spMkLst>
        </pc:spChg>
        <pc:spChg chg="mod">
          <ac:chgData name="Vedant Tendulkar" userId="1bea10b0d3d0befb" providerId="LiveId" clId="{14B73243-212F-46A5-B57F-2945D9A616A1}" dt="2026-04-02T17:33:55.984" v="212" actId="1076"/>
          <ac:spMkLst>
            <pc:docMk/>
            <pc:sldMk cId="0" sldId="261"/>
            <ac:spMk id="129" creationId="{00000000-0000-0000-0000-000000000000}"/>
          </ac:spMkLst>
        </pc:spChg>
        <pc:picChg chg="add mod">
          <ac:chgData name="Vedant Tendulkar" userId="1bea10b0d3d0befb" providerId="LiveId" clId="{14B73243-212F-46A5-B57F-2945D9A616A1}" dt="2026-04-02T17:51:48.002" v="290" actId="14100"/>
          <ac:picMkLst>
            <pc:docMk/>
            <pc:sldMk cId="0" sldId="261"/>
            <ac:picMk id="3" creationId="{2CBE6B23-5B15-BBAD-A4F2-D66301A1E0F4}"/>
          </ac:picMkLst>
        </pc:picChg>
      </pc:sldChg>
      <pc:sldChg chg="addSp delSp modSp mod">
        <pc:chgData name="Vedant Tendulkar" userId="1bea10b0d3d0befb" providerId="LiveId" clId="{14B73243-212F-46A5-B57F-2945D9A616A1}" dt="2026-04-02T17:43:50.243" v="282" actId="1076"/>
        <pc:sldMkLst>
          <pc:docMk/>
          <pc:sldMk cId="0" sldId="262"/>
        </pc:sldMkLst>
        <pc:spChg chg="mod">
          <ac:chgData name="Vedant Tendulkar" userId="1bea10b0d3d0befb" providerId="LiveId" clId="{14B73243-212F-46A5-B57F-2945D9A616A1}" dt="2026-04-02T17:35:49.934" v="231" actId="1076"/>
          <ac:spMkLst>
            <pc:docMk/>
            <pc:sldMk cId="0" sldId="262"/>
            <ac:spMk id="135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35:12.369" v="218" actId="478"/>
          <ac:spMkLst>
            <pc:docMk/>
            <pc:sldMk cId="0" sldId="262"/>
            <ac:spMk id="136" creationId="{00000000-0000-0000-0000-000000000000}"/>
          </ac:spMkLst>
        </pc:spChg>
        <pc:spChg chg="mod">
          <ac:chgData name="Vedant Tendulkar" userId="1bea10b0d3d0befb" providerId="LiveId" clId="{14B73243-212F-46A5-B57F-2945D9A616A1}" dt="2026-04-02T17:36:08.402" v="234" actId="1076"/>
          <ac:spMkLst>
            <pc:docMk/>
            <pc:sldMk cId="0" sldId="262"/>
            <ac:spMk id="137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35:19.120" v="222" actId="478"/>
          <ac:spMkLst>
            <pc:docMk/>
            <pc:sldMk cId="0" sldId="262"/>
            <ac:spMk id="138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35:16.053" v="220" actId="478"/>
          <ac:spMkLst>
            <pc:docMk/>
            <pc:sldMk cId="0" sldId="262"/>
            <ac:spMk id="139" creationId="{00000000-0000-0000-0000-000000000000}"/>
          </ac:spMkLst>
        </pc:spChg>
        <pc:picChg chg="add mod">
          <ac:chgData name="Vedant Tendulkar" userId="1bea10b0d3d0befb" providerId="LiveId" clId="{14B73243-212F-46A5-B57F-2945D9A616A1}" dt="2026-04-02T17:43:50.243" v="282" actId="1076"/>
          <ac:picMkLst>
            <pc:docMk/>
            <pc:sldMk cId="0" sldId="262"/>
            <ac:picMk id="3" creationId="{1D8F313D-0AEF-48CF-A414-0326E3FF707B}"/>
          </ac:picMkLst>
        </pc:picChg>
      </pc:sldChg>
      <pc:sldChg chg="addSp delSp modSp del mod">
        <pc:chgData name="Vedant Tendulkar" userId="1bea10b0d3d0befb" providerId="LiveId" clId="{14B73243-212F-46A5-B57F-2945D9A616A1}" dt="2026-04-02T17:48:11.534" v="283" actId="47"/>
        <pc:sldMkLst>
          <pc:docMk/>
          <pc:sldMk cId="0" sldId="263"/>
        </pc:sldMkLst>
        <pc:spChg chg="add mod">
          <ac:chgData name="Vedant Tendulkar" userId="1bea10b0d3d0befb" providerId="LiveId" clId="{14B73243-212F-46A5-B57F-2945D9A616A1}" dt="2026-04-02T17:38:07.358" v="251" actId="14100"/>
          <ac:spMkLst>
            <pc:docMk/>
            <pc:sldMk cId="0" sldId="263"/>
            <ac:spMk id="2" creationId="{996C1299-607A-F7AD-CC32-974035A8BEC1}"/>
          </ac:spMkLst>
        </pc:spChg>
        <pc:spChg chg="mod">
          <ac:chgData name="Vedant Tendulkar" userId="1bea10b0d3d0befb" providerId="LiveId" clId="{14B73243-212F-46A5-B57F-2945D9A616A1}" dt="2026-04-02T17:42:08.429" v="272" actId="1076"/>
          <ac:spMkLst>
            <pc:docMk/>
            <pc:sldMk cId="0" sldId="263"/>
            <ac:spMk id="145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36:21.670" v="236" actId="478"/>
          <ac:spMkLst>
            <pc:docMk/>
            <pc:sldMk cId="0" sldId="263"/>
            <ac:spMk id="146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36:24.714" v="238" actId="478"/>
          <ac:spMkLst>
            <pc:docMk/>
            <pc:sldMk cId="0" sldId="263"/>
            <ac:spMk id="147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36:28.046" v="240" actId="478"/>
          <ac:spMkLst>
            <pc:docMk/>
            <pc:sldMk cId="0" sldId="263"/>
            <ac:spMk id="148" creationId="{00000000-0000-0000-0000-000000000000}"/>
          </ac:spMkLst>
        </pc:spChg>
        <pc:spChg chg="del mod">
          <ac:chgData name="Vedant Tendulkar" userId="1bea10b0d3d0befb" providerId="LiveId" clId="{14B73243-212F-46A5-B57F-2945D9A616A1}" dt="2026-04-02T17:36:31.952" v="242" actId="478"/>
          <ac:spMkLst>
            <pc:docMk/>
            <pc:sldMk cId="0" sldId="263"/>
            <ac:spMk id="149" creationId="{00000000-0000-0000-0000-000000000000}"/>
          </ac:spMkLst>
        </pc:spChg>
      </pc:sldChg>
      <pc:sldChg chg="addSp delSp modSp new mod">
        <pc:chgData name="Vedant Tendulkar" userId="1bea10b0d3d0befb" providerId="LiveId" clId="{14B73243-212F-46A5-B57F-2945D9A616A1}" dt="2026-04-02T17:51:02.897" v="289" actId="14100"/>
        <pc:sldMkLst>
          <pc:docMk/>
          <pc:sldMk cId="808371995" sldId="264"/>
        </pc:sldMkLst>
        <pc:spChg chg="mod">
          <ac:chgData name="Vedant Tendulkar" userId="1bea10b0d3d0befb" providerId="LiveId" clId="{14B73243-212F-46A5-B57F-2945D9A616A1}" dt="2026-04-02T17:50:41.990" v="286" actId="1076"/>
          <ac:spMkLst>
            <pc:docMk/>
            <pc:sldMk cId="808371995" sldId="264"/>
            <ac:spMk id="2" creationId="{719A766A-51CF-EB18-0C5F-91F59262FBED}"/>
          </ac:spMkLst>
        </pc:spChg>
        <pc:spChg chg="del mod">
          <ac:chgData name="Vedant Tendulkar" userId="1bea10b0d3d0befb" providerId="LiveId" clId="{14B73243-212F-46A5-B57F-2945D9A616A1}" dt="2026-04-02T17:40:45.911" v="255" actId="478"/>
          <ac:spMkLst>
            <pc:docMk/>
            <pc:sldMk cId="808371995" sldId="264"/>
            <ac:spMk id="3" creationId="{D9240D46-A084-E8D0-A7B4-EC86A48A34C7}"/>
          </ac:spMkLst>
        </pc:spChg>
        <pc:spChg chg="del mod">
          <ac:chgData name="Vedant Tendulkar" userId="1bea10b0d3d0befb" providerId="LiveId" clId="{14B73243-212F-46A5-B57F-2945D9A616A1}" dt="2026-04-02T17:40:49.234" v="257" actId="478"/>
          <ac:spMkLst>
            <pc:docMk/>
            <pc:sldMk cId="808371995" sldId="264"/>
            <ac:spMk id="4" creationId="{ABF8E17D-D8C4-9F92-58F1-A555895274C2}"/>
          </ac:spMkLst>
        </pc:spChg>
        <pc:picChg chg="add mod">
          <ac:chgData name="Vedant Tendulkar" userId="1bea10b0d3d0befb" providerId="LiveId" clId="{14B73243-212F-46A5-B57F-2945D9A616A1}" dt="2026-04-02T17:51:02.897" v="289" actId="14100"/>
          <ac:picMkLst>
            <pc:docMk/>
            <pc:sldMk cId="808371995" sldId="264"/>
            <ac:picMk id="6" creationId="{DC5143E6-E851-E555-BC73-75B9C3724A4F}"/>
          </ac:picMkLst>
        </pc:picChg>
      </pc:sldChg>
      <pc:sldChg chg="addSp delSp modSp new mod">
        <pc:chgData name="Vedant Tendulkar" userId="1bea10b0d3d0befb" providerId="LiveId" clId="{14B73243-212F-46A5-B57F-2945D9A616A1}" dt="2026-04-02T18:01:26.303" v="321" actId="1076"/>
        <pc:sldMkLst>
          <pc:docMk/>
          <pc:sldMk cId="2000395784" sldId="265"/>
        </pc:sldMkLst>
        <pc:spChg chg="mod">
          <ac:chgData name="Vedant Tendulkar" userId="1bea10b0d3d0befb" providerId="LiveId" clId="{14B73243-212F-46A5-B57F-2945D9A616A1}" dt="2026-04-02T18:01:26.303" v="321" actId="1076"/>
          <ac:spMkLst>
            <pc:docMk/>
            <pc:sldMk cId="2000395784" sldId="265"/>
            <ac:spMk id="2" creationId="{678E72B8-E1DA-462F-E16D-814EB92BDFFA}"/>
          </ac:spMkLst>
        </pc:spChg>
        <pc:spChg chg="del mod">
          <ac:chgData name="Vedant Tendulkar" userId="1bea10b0d3d0befb" providerId="LiveId" clId="{14B73243-212F-46A5-B57F-2945D9A616A1}" dt="2026-04-02T17:53:45.834" v="302" actId="478"/>
          <ac:spMkLst>
            <pc:docMk/>
            <pc:sldMk cId="2000395784" sldId="265"/>
            <ac:spMk id="3" creationId="{5F67FA3D-17D9-4857-1642-97830BE57C9D}"/>
          </ac:spMkLst>
        </pc:spChg>
        <pc:picChg chg="add mod">
          <ac:chgData name="Vedant Tendulkar" userId="1bea10b0d3d0befb" providerId="LiveId" clId="{14B73243-212F-46A5-B57F-2945D9A616A1}" dt="2026-04-02T18:01:18.425" v="319" actId="1076"/>
          <ac:picMkLst>
            <pc:docMk/>
            <pc:sldMk cId="2000395784" sldId="265"/>
            <ac:picMk id="5" creationId="{4884C8D5-B359-F92B-C74D-711770473A6E}"/>
          </ac:picMkLst>
        </pc:picChg>
        <pc:picChg chg="add mod">
          <ac:chgData name="Vedant Tendulkar" userId="1bea10b0d3d0befb" providerId="LiveId" clId="{14B73243-212F-46A5-B57F-2945D9A616A1}" dt="2026-04-02T18:01:21.411" v="320" actId="1076"/>
          <ac:picMkLst>
            <pc:docMk/>
            <pc:sldMk cId="2000395784" sldId="265"/>
            <ac:picMk id="4098" creationId="{3BBF8523-C0B1-1EB0-C32B-902DCB425202}"/>
          </ac:picMkLst>
        </pc:picChg>
      </pc:sldChg>
      <pc:sldChg chg="addSp delSp modSp new mod">
        <pc:chgData name="Vedant Tendulkar" userId="1bea10b0d3d0befb" providerId="LiveId" clId="{14B73243-212F-46A5-B57F-2945D9A616A1}" dt="2026-04-03T04:40:53.994" v="385" actId="1076"/>
        <pc:sldMkLst>
          <pc:docMk/>
          <pc:sldMk cId="304102670" sldId="266"/>
        </pc:sldMkLst>
        <pc:spChg chg="mod">
          <ac:chgData name="Vedant Tendulkar" userId="1bea10b0d3d0befb" providerId="LiveId" clId="{14B73243-212F-46A5-B57F-2945D9A616A1}" dt="2026-04-03T04:38:20" v="356" actId="1076"/>
          <ac:spMkLst>
            <pc:docMk/>
            <pc:sldMk cId="304102670" sldId="266"/>
            <ac:spMk id="2" creationId="{08136E0A-EDDC-DEAA-88E7-C80FE69F6874}"/>
          </ac:spMkLst>
        </pc:spChg>
        <pc:spChg chg="del mod">
          <ac:chgData name="Vedant Tendulkar" userId="1bea10b0d3d0befb" providerId="LiveId" clId="{14B73243-212F-46A5-B57F-2945D9A616A1}" dt="2026-04-03T04:37:44.308" v="342" actId="478"/>
          <ac:spMkLst>
            <pc:docMk/>
            <pc:sldMk cId="304102670" sldId="266"/>
            <ac:spMk id="3" creationId="{BF185A47-6AC2-DD91-FD10-88353E9F6F08}"/>
          </ac:spMkLst>
        </pc:spChg>
        <pc:spChg chg="mod">
          <ac:chgData name="Vedant Tendulkar" userId="1bea10b0d3d0befb" providerId="LiveId" clId="{14B73243-212F-46A5-B57F-2945D9A616A1}" dt="2026-04-03T04:39:46.433" v="377" actId="1076"/>
          <ac:spMkLst>
            <pc:docMk/>
            <pc:sldMk cId="304102670" sldId="266"/>
            <ac:spMk id="4" creationId="{C6F3BD62-21DE-2D95-1048-6372811AC0FA}"/>
          </ac:spMkLst>
        </pc:spChg>
        <pc:picChg chg="add mod">
          <ac:chgData name="Vedant Tendulkar" userId="1bea10b0d3d0befb" providerId="LiveId" clId="{14B73243-212F-46A5-B57F-2945D9A616A1}" dt="2026-04-03T04:39:53.009" v="378" actId="1076"/>
          <ac:picMkLst>
            <pc:docMk/>
            <pc:sldMk cId="304102670" sldId="266"/>
            <ac:picMk id="1026" creationId="{F70B011F-FED4-DDBE-1FB5-3097BA524401}"/>
          </ac:picMkLst>
        </pc:picChg>
        <pc:picChg chg="add mod">
          <ac:chgData name="Vedant Tendulkar" userId="1bea10b0d3d0befb" providerId="LiveId" clId="{14B73243-212F-46A5-B57F-2945D9A616A1}" dt="2026-04-03T04:39:33.731" v="376" actId="14100"/>
          <ac:picMkLst>
            <pc:docMk/>
            <pc:sldMk cId="304102670" sldId="266"/>
            <ac:picMk id="1028" creationId="{12CC5331-5C41-D8C4-A714-5C1C3A910607}"/>
          </ac:picMkLst>
        </pc:picChg>
        <pc:picChg chg="add mod">
          <ac:chgData name="Vedant Tendulkar" userId="1bea10b0d3d0befb" providerId="LiveId" clId="{14B73243-212F-46A5-B57F-2945D9A616A1}" dt="2026-04-03T04:40:31.833" v="382" actId="1076"/>
          <ac:picMkLst>
            <pc:docMk/>
            <pc:sldMk cId="304102670" sldId="266"/>
            <ac:picMk id="1030" creationId="{67B13A19-3CE2-27F0-3CA8-8131B8257C39}"/>
          </ac:picMkLst>
        </pc:picChg>
        <pc:picChg chg="add mod">
          <ac:chgData name="Vedant Tendulkar" userId="1bea10b0d3d0befb" providerId="LiveId" clId="{14B73243-212F-46A5-B57F-2945D9A616A1}" dt="2026-04-03T04:40:53.994" v="385" actId="1076"/>
          <ac:picMkLst>
            <pc:docMk/>
            <pc:sldMk cId="304102670" sldId="266"/>
            <ac:picMk id="1032" creationId="{6005149B-9F01-46E4-ACF2-4B7DB3CD43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24425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14912aa8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214912aa8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ff18e6c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5ff18e6c2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" name="Google Shape;9;p4" descr="Graphical user interface, text, application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018520" y="38780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Picture 3" descr="C:\Users\ISLAB\Downloads\KJSCE\K J Somaiya College of Engineering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87803"/>
            <a:ext cx="19812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ctrTitle"/>
          </p:nvPr>
        </p:nvSpPr>
        <p:spPr>
          <a:xfrm>
            <a:off x="1211898" y="4265274"/>
            <a:ext cx="9144000" cy="57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SzPct val="136054"/>
            </a:pPr>
            <a:r>
              <a:rPr lang="en-US" dirty="0"/>
              <a:t>Predictive Modeling of PLGA Nanoparticle Properties for Small Molecule Drug Delivery using Machine Learning.</a:t>
            </a:r>
            <a:endParaRPr dirty="0"/>
          </a:p>
        </p:txBody>
      </p:sp>
      <p:sp>
        <p:nvSpPr>
          <p:cNvPr id="86" name="Google Shape;86;p2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2FCCFA-F6FB-CCFE-7E59-A40E60B8728F}"/>
              </a:ext>
            </a:extLst>
          </p:cNvPr>
          <p:cNvSpPr txBox="1"/>
          <p:nvPr/>
        </p:nvSpPr>
        <p:spPr>
          <a:xfrm>
            <a:off x="482267" y="4740874"/>
            <a:ext cx="20162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Vedant Tendulkar</a:t>
            </a:r>
          </a:p>
          <a:p>
            <a:r>
              <a:rPr lang="en-IN" sz="1600" dirty="0"/>
              <a:t>TY AIDS</a:t>
            </a:r>
            <a:br>
              <a:rPr lang="en-IN" sz="1600" dirty="0"/>
            </a:br>
            <a:r>
              <a:rPr lang="en-IN" sz="1600" dirty="0"/>
              <a:t>16014223093</a:t>
            </a:r>
          </a:p>
        </p:txBody>
      </p:sp>
      <p:pic>
        <p:nvPicPr>
          <p:cNvPr id="2050" name="Picture 2" descr="Find A Chemistry Teacher Online">
            <a:extLst>
              <a:ext uri="{FF2B5EF4-FFF2-40B4-BE49-F238E27FC236}">
                <a16:creationId xmlns:a16="http://schemas.microsoft.com/office/drawing/2014/main" id="{F6851717-D468-97C3-7EDC-D7FCC1F98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1125" y="4265274"/>
            <a:ext cx="2138977" cy="1424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ctrTitle"/>
          </p:nvPr>
        </p:nvSpPr>
        <p:spPr>
          <a:xfrm>
            <a:off x="1703512" y="404664"/>
            <a:ext cx="9144000" cy="72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IN" sz="3600" dirty="0"/>
              <a:t>Problem with Drugs</a:t>
            </a:r>
            <a:endParaRPr sz="3600" dirty="0"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C3B85-1626-CEA3-425A-F386E4725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5010" y="1937620"/>
            <a:ext cx="9144000" cy="165576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Low solubility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Poor targeting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Side effects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Degradation in body</a:t>
            </a:r>
            <a:endParaRPr lang="en-IN" dirty="0"/>
          </a:p>
        </p:txBody>
      </p:sp>
      <p:pic>
        <p:nvPicPr>
          <p:cNvPr id="1026" name="Picture 2" descr="The Real Reason Walter White Had To Die In Breaking Bad">
            <a:extLst>
              <a:ext uri="{FF2B5EF4-FFF2-40B4-BE49-F238E27FC236}">
                <a16:creationId xmlns:a16="http://schemas.microsoft.com/office/drawing/2014/main" id="{47456EF5-AFDC-57FD-C03D-4DFC7EFEF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522" y="1244581"/>
            <a:ext cx="5057468" cy="436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/>
        </p:nvSpPr>
        <p:spPr>
          <a:xfrm>
            <a:off x="1680075" y="498513"/>
            <a:ext cx="8831850" cy="576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C00000"/>
              </a:buClr>
              <a:buSzPts val="4000"/>
            </a:pPr>
            <a:r>
              <a:rPr lang="en-IN" sz="4000" dirty="0"/>
              <a:t>What are Nanoparticles?</a:t>
            </a:r>
            <a:endParaRPr sz="4000" b="0" i="0" u="none" strike="noStrike" cap="none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980B95-4718-7D9B-5EE2-7477DFFD2772}"/>
              </a:ext>
            </a:extLst>
          </p:cNvPr>
          <p:cNvSpPr txBox="1"/>
          <p:nvPr/>
        </p:nvSpPr>
        <p:spPr>
          <a:xfrm>
            <a:off x="1258529" y="1775880"/>
            <a:ext cx="3942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Very small particles (nanometer scale)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Used as drug carriers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0F0F2-78A3-C356-A4F3-4DC4A3E5ADCD}"/>
              </a:ext>
            </a:extLst>
          </p:cNvPr>
          <p:cNvSpPr txBox="1"/>
          <p:nvPr/>
        </p:nvSpPr>
        <p:spPr>
          <a:xfrm>
            <a:off x="1258529" y="3429000"/>
            <a:ext cx="50832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PLGA=Poly(lactide-co-</a:t>
            </a:r>
            <a:r>
              <a:rPr lang="en-IN" sz="2400" b="1" dirty="0" err="1"/>
              <a:t>glycolide</a:t>
            </a:r>
            <a:r>
              <a:rPr lang="en-IN" sz="2400" b="1" dirty="0"/>
              <a:t>)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Biodegradable polymer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Safe for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Used to make nanoparticles</a:t>
            </a:r>
            <a:endParaRPr lang="en-IN" sz="2400" dirty="0"/>
          </a:p>
        </p:txBody>
      </p:sp>
      <p:pic>
        <p:nvPicPr>
          <p:cNvPr id="3074" name="Picture 2" descr="Nanoparticle | Definition, Size Range, &amp; Applications | Britannica">
            <a:extLst>
              <a:ext uri="{FF2B5EF4-FFF2-40B4-BE49-F238E27FC236}">
                <a16:creationId xmlns:a16="http://schemas.microsoft.com/office/drawing/2014/main" id="{C6845DB4-F0AD-3D48-E01E-FA19E6806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806" y="3881791"/>
            <a:ext cx="2102311" cy="189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Dubbbz &quot;That's quite big… impressive!&quot; #meme #quote #idubbbz - YouTube">
            <a:extLst>
              <a:ext uri="{FF2B5EF4-FFF2-40B4-BE49-F238E27FC236}">
                <a16:creationId xmlns:a16="http://schemas.microsoft.com/office/drawing/2014/main" id="{D2F0E2DE-B826-75DA-E816-24AB16FF5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353" y="1301741"/>
            <a:ext cx="3781794" cy="2127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>
            <a:spLocks noGrp="1"/>
          </p:cNvSpPr>
          <p:nvPr>
            <p:ph type="ctrTitle"/>
          </p:nvPr>
        </p:nvSpPr>
        <p:spPr>
          <a:xfrm>
            <a:off x="2949677" y="403121"/>
            <a:ext cx="6292645" cy="105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 dirty="0"/>
              <a:t>Dataset Overview</a:t>
            </a:r>
            <a:endParaRPr dirty="0"/>
          </a:p>
        </p:txBody>
      </p:sp>
      <p:sp>
        <p:nvSpPr>
          <p:cNvPr id="109" name="Google Shape;109;p1"/>
          <p:cNvSpPr txBox="1">
            <a:spLocks noGrp="1"/>
          </p:cNvSpPr>
          <p:nvPr>
            <p:ph type="subTitle" idx="1"/>
          </p:nvPr>
        </p:nvSpPr>
        <p:spPr>
          <a:xfrm>
            <a:off x="841852" y="1684748"/>
            <a:ext cx="9327758" cy="24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/>
              <a:t>433 formulations</a:t>
            </a: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/>
              <a:t>15 input features</a:t>
            </a:r>
          </a:p>
          <a:p>
            <a:pPr lvl="0" algn="l">
              <a:spcBef>
                <a:spcPts val="0"/>
              </a:spcBef>
            </a:pPr>
            <a:r>
              <a:rPr lang="en-IN" dirty="0"/>
              <a:t> 3 outputs:</a:t>
            </a: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/>
              <a:t>Particle Size</a:t>
            </a: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/>
              <a:t>EE</a:t>
            </a:r>
          </a:p>
          <a:p>
            <a:pPr marL="342900" lvl="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/>
              <a:t>LC</a:t>
            </a:r>
            <a:endParaRPr dirty="0"/>
          </a:p>
        </p:txBody>
      </p:sp>
      <p:sp>
        <p:nvSpPr>
          <p:cNvPr id="112" name="Google Shape;112;p1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888F0F-1AC8-C505-9336-14C9B7D74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5664"/>
            <a:ext cx="12192000" cy="2121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6E0A-EDDC-DEAA-88E7-C80FE69F6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178" y="320420"/>
            <a:ext cx="6351639" cy="617844"/>
          </a:xfrm>
        </p:spPr>
        <p:txBody>
          <a:bodyPr/>
          <a:lstStyle/>
          <a:p>
            <a:r>
              <a:rPr lang="en-IN" dirty="0"/>
              <a:t>Tools &amp; Techniques Used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3BD62-21DE-2D95-1048-6372811AC0F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96576" y="1398638"/>
            <a:ext cx="7020069" cy="4481052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/>
              <a:t>Libraries Used:</a:t>
            </a:r>
          </a:p>
          <a:p>
            <a:r>
              <a:rPr lang="en-IN" sz="2400" dirty="0"/>
              <a:t>- Pandas → Data handling</a:t>
            </a:r>
          </a:p>
          <a:p>
            <a:r>
              <a:rPr lang="en-IN" sz="2400" dirty="0"/>
              <a:t>- NumPy → Numerical operations</a:t>
            </a:r>
          </a:p>
          <a:p>
            <a:r>
              <a:rPr lang="en-IN" sz="2400" dirty="0"/>
              <a:t>- Matplotlib &amp; Seaborn → Visualization</a:t>
            </a:r>
          </a:p>
          <a:p>
            <a:r>
              <a:rPr lang="en-IN" sz="2400" dirty="0"/>
              <a:t>- Scikit-learn → Machine Learning</a:t>
            </a:r>
          </a:p>
          <a:p>
            <a:endParaRPr lang="en-IN" sz="2400" dirty="0"/>
          </a:p>
          <a:p>
            <a:r>
              <a:rPr lang="en-IN" sz="2400" dirty="0"/>
              <a:t>Techniques Used:</a:t>
            </a:r>
          </a:p>
          <a:p>
            <a:r>
              <a:rPr lang="en-IN" sz="2400" dirty="0"/>
              <a:t>- Exploratory Data Analysis (EDA)</a:t>
            </a:r>
          </a:p>
          <a:p>
            <a:r>
              <a:rPr lang="en-IN" sz="2400" dirty="0"/>
              <a:t>- Correlation Analysis</a:t>
            </a:r>
          </a:p>
          <a:p>
            <a:r>
              <a:rPr lang="en-IN" sz="2400" dirty="0"/>
              <a:t>- Data Visualization</a:t>
            </a:r>
          </a:p>
          <a:p>
            <a:r>
              <a:rPr lang="en-IN" sz="2400" dirty="0"/>
              <a:t>- Random Forest Regression</a:t>
            </a:r>
          </a:p>
        </p:txBody>
      </p:sp>
      <p:pic>
        <p:nvPicPr>
          <p:cNvPr id="1026" name="Picture 2" descr="GitHub - numpy/numpy: The fundamental package for scientific computing with  Python. · GitHub">
            <a:extLst>
              <a:ext uri="{FF2B5EF4-FFF2-40B4-BE49-F238E27FC236}">
                <a16:creationId xmlns:a16="http://schemas.microsoft.com/office/drawing/2014/main" id="{F70B011F-FED4-DDBE-1FB5-3097BA524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233" y="938264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pandas?">
            <a:extLst>
              <a:ext uri="{FF2B5EF4-FFF2-40B4-BE49-F238E27FC236}">
                <a16:creationId xmlns:a16="http://schemas.microsoft.com/office/drawing/2014/main" id="{12CC5331-5C41-D8C4-A714-5C1C3A910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4606" y="4864860"/>
            <a:ext cx="2497394" cy="147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atplotlib logo — Matplotlib 3.10.8 documentation">
            <a:extLst>
              <a:ext uri="{FF2B5EF4-FFF2-40B4-BE49-F238E27FC236}">
                <a16:creationId xmlns:a16="http://schemas.microsoft.com/office/drawing/2014/main" id="{67B13A19-3CE2-27F0-3CA8-8131B8257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302" y="2834087"/>
            <a:ext cx="4025387" cy="805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andom Forest VC | Early Stage AI and ML Fund | Israel">
            <a:extLst>
              <a:ext uri="{FF2B5EF4-FFF2-40B4-BE49-F238E27FC236}">
                <a16:creationId xmlns:a16="http://schemas.microsoft.com/office/drawing/2014/main" id="{6005149B-9F01-46E4-ACF2-4B7DB3CD4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742" y="4404446"/>
            <a:ext cx="3691706" cy="113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0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2805838" y="220507"/>
            <a:ext cx="6190278" cy="1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600"/>
            </a:pPr>
            <a:r>
              <a:rPr lang="en-IN" dirty="0"/>
              <a:t>Correlation Heatmap</a:t>
            </a:r>
            <a:endParaRPr dirty="0"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2"/>
          </p:nvPr>
        </p:nvSpPr>
        <p:spPr>
          <a:xfrm>
            <a:off x="554652" y="1152833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>
              <a:spcBef>
                <a:spcPts val="0"/>
              </a:spcBef>
              <a:buSzPts val="2800"/>
            </a:pPr>
            <a:r>
              <a:rPr lang="en-IN" dirty="0"/>
              <a:t>Relationship between variables</a:t>
            </a:r>
            <a:endParaRPr dirty="0"/>
          </a:p>
        </p:txBody>
      </p:sp>
      <p:sp>
        <p:nvSpPr>
          <p:cNvPr id="122" name="Google Shape;122;p3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8B1F1-B92B-8557-4219-E8FAC20B1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88" y="1589115"/>
            <a:ext cx="11175231" cy="47703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4912aa8f3_0_0"/>
          <p:cNvSpPr txBox="1">
            <a:spLocks noGrp="1"/>
          </p:cNvSpPr>
          <p:nvPr>
            <p:ph type="title"/>
          </p:nvPr>
        </p:nvSpPr>
        <p:spPr>
          <a:xfrm>
            <a:off x="2568678" y="321532"/>
            <a:ext cx="10515600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ts val="3200"/>
            </a:pPr>
            <a:r>
              <a:rPr lang="en-IN" sz="4000" dirty="0"/>
              <a:t>Drug/Polymer vs LC</a:t>
            </a:r>
            <a:endParaRPr sz="4000" dirty="0"/>
          </a:p>
        </p:txBody>
      </p:sp>
      <p:sp>
        <p:nvSpPr>
          <p:cNvPr id="129" name="Google Shape;129;g214912aa8f3_0_0"/>
          <p:cNvSpPr txBox="1">
            <a:spLocks noGrp="1"/>
          </p:cNvSpPr>
          <p:nvPr>
            <p:ph type="ftr" idx="11"/>
          </p:nvPr>
        </p:nvSpPr>
        <p:spPr>
          <a:xfrm>
            <a:off x="0" y="1145932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1800" dirty="0"/>
              <a:t>↑ Drug/Polymer → ↑ LC</a:t>
            </a:r>
            <a:endParaRPr sz="18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214912aa8f3_0_0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7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BE6B23-5B15-BBAD-A4F2-D66301A1E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3" y="1548143"/>
            <a:ext cx="11366092" cy="4988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5ff18e6c2c_0_0"/>
          <p:cNvSpPr txBox="1">
            <a:spLocks noGrp="1"/>
          </p:cNvSpPr>
          <p:nvPr>
            <p:ph type="title"/>
          </p:nvPr>
        </p:nvSpPr>
        <p:spPr>
          <a:xfrm>
            <a:off x="2805838" y="386751"/>
            <a:ext cx="6249270" cy="602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IN" sz="4000" dirty="0"/>
              <a:t>Surfactant vs Particle Size</a:t>
            </a:r>
            <a:endParaRPr sz="4000" dirty="0"/>
          </a:p>
        </p:txBody>
      </p:sp>
      <p:sp>
        <p:nvSpPr>
          <p:cNvPr id="137" name="Google Shape;137;g25ff18e6c2c_0_0"/>
          <p:cNvSpPr txBox="1">
            <a:spLocks noGrp="1"/>
          </p:cNvSpPr>
          <p:nvPr>
            <p:ph type="body" idx="1"/>
          </p:nvPr>
        </p:nvSpPr>
        <p:spPr>
          <a:xfrm>
            <a:off x="721800" y="1192162"/>
            <a:ext cx="2208212" cy="602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/>
            <a:r>
              <a:rPr lang="en-IN" dirty="0"/>
              <a:t>Surfactant affects size</a:t>
            </a:r>
            <a:endParaRPr dirty="0"/>
          </a:p>
        </p:txBody>
      </p:sp>
      <p:sp>
        <p:nvSpPr>
          <p:cNvPr id="140" name="Google Shape;140;g25ff18e6c2c_0_0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rPr>
              <a:t>8</a:t>
            </a:fld>
            <a:endParaRPr sz="1200" b="0" i="0" u="none" strike="noStrike" cap="none">
              <a:solidFill>
                <a:srgbClr val="3F3F3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8F313D-0AEF-48CF-A414-0326E3FF7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1" y="1714295"/>
            <a:ext cx="11120284" cy="47569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766A-51CF-EB18-0C5F-91F59262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873" y="383459"/>
            <a:ext cx="7659328" cy="521998"/>
          </a:xfrm>
        </p:spPr>
        <p:txBody>
          <a:bodyPr>
            <a:normAutofit fontScale="90000"/>
          </a:bodyPr>
          <a:lstStyle/>
          <a:p>
            <a:r>
              <a:rPr lang="en-IN" dirty="0"/>
              <a:t>Key influencing parameters identified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5143E6-E851-E555-BC73-75B9C3724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09" y="1211825"/>
            <a:ext cx="11759382" cy="514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71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72B8-E1DA-462F-E16D-814EB92BD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975" y="2568860"/>
            <a:ext cx="8878529" cy="1150221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84C8D5-B359-F92B-C74D-711770473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24" y="4198374"/>
            <a:ext cx="5874875" cy="2174331"/>
          </a:xfrm>
          <a:prstGeom prst="rect">
            <a:avLst/>
          </a:prstGeom>
        </p:spPr>
      </p:pic>
      <p:pic>
        <p:nvPicPr>
          <p:cNvPr id="4098" name="Picture 2" descr="Polymer Chemistry | Bruker">
            <a:extLst>
              <a:ext uri="{FF2B5EF4-FFF2-40B4-BE49-F238E27FC236}">
                <a16:creationId xmlns:a16="http://schemas.microsoft.com/office/drawing/2014/main" id="{3BBF8523-C0B1-1EB0-C32B-902DCB425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683" y="314632"/>
            <a:ext cx="3381342" cy="225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395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163</Words>
  <Application>Microsoft Office PowerPoint</Application>
  <PresentationFormat>Widescreen</PresentationFormat>
  <Paragraphs>49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Marcellus</vt:lpstr>
      <vt:lpstr>Calibri</vt:lpstr>
      <vt:lpstr>Fira Sans</vt:lpstr>
      <vt:lpstr>Arial</vt:lpstr>
      <vt:lpstr>Office Theme</vt:lpstr>
      <vt:lpstr>Predictive Modeling of PLGA Nanoparticle Properties for Small Molecule Drug Delivery using Machine Learning.</vt:lpstr>
      <vt:lpstr>Problem with Drugs</vt:lpstr>
      <vt:lpstr>PowerPoint Presentation</vt:lpstr>
      <vt:lpstr>Dataset Overview</vt:lpstr>
      <vt:lpstr>Tools &amp; Techniques Used</vt:lpstr>
      <vt:lpstr>Correlation Heatmap</vt:lpstr>
      <vt:lpstr>Drug/Polymer vs LC</vt:lpstr>
      <vt:lpstr>Surfactant vs Particle Size</vt:lpstr>
      <vt:lpstr>Key influencing parameters identified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Pushpendra Kumar Dhansoia</dc:creator>
  <cp:lastModifiedBy>Vedant Tendulkar</cp:lastModifiedBy>
  <cp:revision>2</cp:revision>
  <dcterms:created xsi:type="dcterms:W3CDTF">2022-02-21T05:08:08Z</dcterms:created>
  <dcterms:modified xsi:type="dcterms:W3CDTF">2026-04-03T04:40:56Z</dcterms:modified>
</cp:coreProperties>
</file>