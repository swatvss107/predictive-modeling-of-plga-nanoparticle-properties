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4" r:id="rId10"/>
    <p:sldId id="267" r:id="rId11"/>
    <p:sldId id="265" r:id="rId12"/>
  </p:sldIdLst>
  <p:sldSz cx="12192000" cy="6858000"/>
  <p:notesSz cx="6858000" cy="9144000"/>
  <p:embeddedFontLst>
    <p:embeddedFont>
      <p:font typeface="Fira Sans" panose="020B0503050000020004" pitchFamily="34" charset="0"/>
      <p:regular r:id="rId14"/>
      <p:bold r:id="rId15"/>
      <p:italic r:id="rId16"/>
      <p:boldItalic r:id="rId17"/>
    </p:embeddedFont>
    <p:embeddedFont>
      <p:font typeface="Marcellus" panose="020B0604020202020204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joJhWYU73jGqpePY36uknbuIJF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4D8EE1-CFD5-4500-A8ED-331A69765783}" v="7" dt="2026-04-07T06:28:57.3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dant Tendulkar" userId="1bea10b0d3d0befb" providerId="LiveId" clId="{14B73243-212F-46A5-B57F-2945D9A616A1}"/>
    <pc:docChg chg="custSel addSld delSld modSld">
      <pc:chgData name="Vedant Tendulkar" userId="1bea10b0d3d0befb" providerId="LiveId" clId="{14B73243-212F-46A5-B57F-2945D9A616A1}" dt="2026-04-07T06:29:00.840" v="437" actId="1076"/>
      <pc:docMkLst>
        <pc:docMk/>
      </pc:docMkLst>
      <pc:sldChg chg="addSp delSp modSp mod">
        <pc:chgData name="Vedant Tendulkar" userId="1bea10b0d3d0befb" providerId="LiveId" clId="{14B73243-212F-46A5-B57F-2945D9A616A1}" dt="2026-04-02T16:57:05.470" v="126" actId="255"/>
        <pc:sldMkLst>
          <pc:docMk/>
          <pc:sldMk cId="0" sldId="256"/>
        </pc:sldMkLst>
        <pc:spChg chg="add mod">
          <ac:chgData name="Vedant Tendulkar" userId="1bea10b0d3d0befb" providerId="LiveId" clId="{14B73243-212F-46A5-B57F-2945D9A616A1}" dt="2026-04-02T16:57:05.470" v="126" actId="255"/>
          <ac:spMkLst>
            <pc:docMk/>
            <pc:sldMk cId="0" sldId="256"/>
            <ac:spMk id="4" creationId="{612FCCFA-F6FB-CCFE-7E59-A40E60B8728F}"/>
          </ac:spMkLst>
        </pc:spChg>
        <pc:spChg chg="mod">
          <ac:chgData name="Vedant Tendulkar" userId="1bea10b0d3d0befb" providerId="LiveId" clId="{14B73243-212F-46A5-B57F-2945D9A616A1}" dt="2026-04-02T16:42:20.229" v="9" actId="1076"/>
          <ac:spMkLst>
            <pc:docMk/>
            <pc:sldMk cId="0" sldId="256"/>
            <ac:spMk id="80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2T16:56:54.453" v="124" actId="1076"/>
          <ac:picMkLst>
            <pc:docMk/>
            <pc:sldMk cId="0" sldId="256"/>
            <ac:picMk id="2050" creationId="{F6851717-D468-97C3-7EDC-D7FCC1F986A7}"/>
          </ac:picMkLst>
        </pc:picChg>
      </pc:sldChg>
      <pc:sldChg chg="addSp delSp modSp mod">
        <pc:chgData name="Vedant Tendulkar" userId="1bea10b0d3d0befb" providerId="LiveId" clId="{14B73243-212F-46A5-B57F-2945D9A616A1}" dt="2026-04-02T16:56:22.187" v="119" actId="255"/>
        <pc:sldMkLst>
          <pc:docMk/>
          <pc:sldMk cId="0" sldId="257"/>
        </pc:sldMkLst>
        <pc:spChg chg="add mod">
          <ac:chgData name="Vedant Tendulkar" userId="1bea10b0d3d0befb" providerId="LiveId" clId="{14B73243-212F-46A5-B57F-2945D9A616A1}" dt="2026-04-02T16:56:22.187" v="119" actId="255"/>
          <ac:spMkLst>
            <pc:docMk/>
            <pc:sldMk cId="0" sldId="257"/>
            <ac:spMk id="3" creationId="{C8AC3B85-1626-CEA3-425A-F386E4725AB5}"/>
          </ac:spMkLst>
        </pc:spChg>
        <pc:spChg chg="mod">
          <ac:chgData name="Vedant Tendulkar" userId="1bea10b0d3d0befb" providerId="LiveId" clId="{14B73243-212F-46A5-B57F-2945D9A616A1}" dt="2026-04-02T16:45:38.121" v="58"/>
          <ac:spMkLst>
            <pc:docMk/>
            <pc:sldMk cId="0" sldId="257"/>
            <ac:spMk id="91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2T16:55:56.455" v="117" actId="1076"/>
          <ac:picMkLst>
            <pc:docMk/>
            <pc:sldMk cId="0" sldId="257"/>
            <ac:picMk id="1026" creationId="{47456EF5-AFDC-57FD-C03D-4DFC7EFEF508}"/>
          </ac:picMkLst>
        </pc:picChg>
      </pc:sldChg>
      <pc:sldChg chg="addSp delSp modSp mod">
        <pc:chgData name="Vedant Tendulkar" userId="1bea10b0d3d0befb" providerId="LiveId" clId="{14B73243-212F-46A5-B57F-2945D9A616A1}" dt="2026-04-02T17:19:42.537" v="143" actId="1076"/>
        <pc:sldMkLst>
          <pc:docMk/>
          <pc:sldMk cId="0" sldId="258"/>
        </pc:sldMkLst>
        <pc:spChg chg="add mod">
          <ac:chgData name="Vedant Tendulkar" userId="1bea10b0d3d0befb" providerId="LiveId" clId="{14B73243-212F-46A5-B57F-2945D9A616A1}" dt="2026-04-02T16:49:17.773" v="113" actId="1076"/>
          <ac:spMkLst>
            <pc:docMk/>
            <pc:sldMk cId="0" sldId="258"/>
            <ac:spMk id="2" creationId="{AB980B95-4718-7D9B-5EE2-7477DFFD2772}"/>
          </ac:spMkLst>
        </pc:spChg>
        <pc:spChg chg="add mod">
          <ac:chgData name="Vedant Tendulkar" userId="1bea10b0d3d0befb" providerId="LiveId" clId="{14B73243-212F-46A5-B57F-2945D9A616A1}" dt="2026-04-02T16:49:12.561" v="112" actId="1076"/>
          <ac:spMkLst>
            <pc:docMk/>
            <pc:sldMk cId="0" sldId="258"/>
            <ac:spMk id="3" creationId="{A8B0F0F2-78A3-C356-A4F3-4DC4A3E5ADCD}"/>
          </ac:spMkLst>
        </pc:spChg>
        <pc:spChg chg="mod">
          <ac:chgData name="Vedant Tendulkar" userId="1bea10b0d3d0befb" providerId="LiveId" clId="{14B73243-212F-46A5-B57F-2945D9A616A1}" dt="2026-04-02T16:46:33.647" v="86" actId="1076"/>
          <ac:spMkLst>
            <pc:docMk/>
            <pc:sldMk cId="0" sldId="258"/>
            <ac:spMk id="100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2T17:19:42.537" v="143" actId="1076"/>
          <ac:picMkLst>
            <pc:docMk/>
            <pc:sldMk cId="0" sldId="258"/>
            <ac:picMk id="3074" creationId="{C6845DB4-F0AD-3D48-E01E-FA19E6806833}"/>
          </ac:picMkLst>
        </pc:picChg>
        <pc:picChg chg="add mod">
          <ac:chgData name="Vedant Tendulkar" userId="1bea10b0d3d0befb" providerId="LiveId" clId="{14B73243-212F-46A5-B57F-2945D9A616A1}" dt="2026-04-02T17:19:35.895" v="140" actId="1076"/>
          <ac:picMkLst>
            <pc:docMk/>
            <pc:sldMk cId="0" sldId="258"/>
            <ac:picMk id="3076" creationId="{D2F0E2DE-B826-75DA-E816-24AB16FF5568}"/>
          </ac:picMkLst>
        </pc:picChg>
      </pc:sldChg>
      <pc:sldChg chg="addSp delSp modSp mod">
        <pc:chgData name="Vedant Tendulkar" userId="1bea10b0d3d0befb" providerId="LiveId" clId="{14B73243-212F-46A5-B57F-2945D9A616A1}" dt="2026-04-03T04:11:55.967" v="323" actId="14100"/>
        <pc:sldMkLst>
          <pc:docMk/>
          <pc:sldMk cId="0" sldId="259"/>
        </pc:sldMkLst>
        <pc:spChg chg="mod">
          <ac:chgData name="Vedant Tendulkar" userId="1bea10b0d3d0befb" providerId="LiveId" clId="{14B73243-212F-46A5-B57F-2945D9A616A1}" dt="2026-04-02T17:20:50.865" v="147" actId="1076"/>
          <ac:spMkLst>
            <pc:docMk/>
            <pc:sldMk cId="0" sldId="259"/>
            <ac:spMk id="108" creationId="{00000000-0000-0000-0000-000000000000}"/>
          </ac:spMkLst>
        </pc:spChg>
        <pc:spChg chg="mod">
          <ac:chgData name="Vedant Tendulkar" userId="1bea10b0d3d0befb" providerId="LiveId" clId="{14B73243-212F-46A5-B57F-2945D9A616A1}" dt="2026-04-02T17:26:13.549" v="178" actId="20577"/>
          <ac:spMkLst>
            <pc:docMk/>
            <pc:sldMk cId="0" sldId="259"/>
            <ac:spMk id="109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3T04:11:55.967" v="323" actId="14100"/>
          <ac:picMkLst>
            <pc:docMk/>
            <pc:sldMk cId="0" sldId="259"/>
            <ac:picMk id="3" creationId="{64888F0F-1AC8-C505-9336-14C9B7D74BB6}"/>
          </ac:picMkLst>
        </pc:picChg>
      </pc:sldChg>
      <pc:sldChg chg="addSp delSp modSp mod">
        <pc:chgData name="Vedant Tendulkar" userId="1bea10b0d3d0befb" providerId="LiveId" clId="{14B73243-212F-46A5-B57F-2945D9A616A1}" dt="2026-04-03T04:12:34.843" v="325" actId="1076"/>
        <pc:sldMkLst>
          <pc:docMk/>
          <pc:sldMk cId="0" sldId="260"/>
        </pc:sldMkLst>
        <pc:spChg chg="mod">
          <ac:chgData name="Vedant Tendulkar" userId="1bea10b0d3d0befb" providerId="LiveId" clId="{14B73243-212F-46A5-B57F-2945D9A616A1}" dt="2026-04-02T17:28:06.874" v="191" actId="1076"/>
          <ac:spMkLst>
            <pc:docMk/>
            <pc:sldMk cId="0" sldId="260"/>
            <ac:spMk id="117" creationId="{00000000-0000-0000-0000-000000000000}"/>
          </ac:spMkLst>
        </pc:spChg>
        <pc:spChg chg="mod">
          <ac:chgData name="Vedant Tendulkar" userId="1bea10b0d3d0befb" providerId="LiveId" clId="{14B73243-212F-46A5-B57F-2945D9A616A1}" dt="2026-04-03T04:12:30.284" v="324" actId="1076"/>
          <ac:spMkLst>
            <pc:docMk/>
            <pc:sldMk cId="0" sldId="260"/>
            <ac:spMk id="119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3T04:12:34.843" v="325" actId="1076"/>
          <ac:picMkLst>
            <pc:docMk/>
            <pc:sldMk cId="0" sldId="260"/>
            <ac:picMk id="3" creationId="{F7F8B1F1-B92B-8557-4219-E8FAC20B1F8E}"/>
          </ac:picMkLst>
        </pc:picChg>
      </pc:sldChg>
      <pc:sldChg chg="addSp delSp modSp mod">
        <pc:chgData name="Vedant Tendulkar" userId="1bea10b0d3d0befb" providerId="LiveId" clId="{14B73243-212F-46A5-B57F-2945D9A616A1}" dt="2026-04-02T17:51:48.002" v="290" actId="14100"/>
        <pc:sldMkLst>
          <pc:docMk/>
          <pc:sldMk cId="0" sldId="261"/>
        </pc:sldMkLst>
        <pc:spChg chg="mod">
          <ac:chgData name="Vedant Tendulkar" userId="1bea10b0d3d0befb" providerId="LiveId" clId="{14B73243-212F-46A5-B57F-2945D9A616A1}" dt="2026-04-02T17:33:51.753" v="211" actId="1076"/>
          <ac:spMkLst>
            <pc:docMk/>
            <pc:sldMk cId="0" sldId="261"/>
            <ac:spMk id="127" creationId="{00000000-0000-0000-0000-000000000000}"/>
          </ac:spMkLst>
        </pc:spChg>
        <pc:spChg chg="mod">
          <ac:chgData name="Vedant Tendulkar" userId="1bea10b0d3d0befb" providerId="LiveId" clId="{14B73243-212F-46A5-B57F-2945D9A616A1}" dt="2026-04-02T17:33:55.984" v="212" actId="1076"/>
          <ac:spMkLst>
            <pc:docMk/>
            <pc:sldMk cId="0" sldId="261"/>
            <ac:spMk id="129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2T17:51:48.002" v="290" actId="14100"/>
          <ac:picMkLst>
            <pc:docMk/>
            <pc:sldMk cId="0" sldId="261"/>
            <ac:picMk id="3" creationId="{2CBE6B23-5B15-BBAD-A4F2-D66301A1E0F4}"/>
          </ac:picMkLst>
        </pc:picChg>
      </pc:sldChg>
      <pc:sldChg chg="addSp delSp modSp mod">
        <pc:chgData name="Vedant Tendulkar" userId="1bea10b0d3d0befb" providerId="LiveId" clId="{14B73243-212F-46A5-B57F-2945D9A616A1}" dt="2026-04-02T17:43:50.243" v="282" actId="1076"/>
        <pc:sldMkLst>
          <pc:docMk/>
          <pc:sldMk cId="0" sldId="262"/>
        </pc:sldMkLst>
        <pc:spChg chg="mod">
          <ac:chgData name="Vedant Tendulkar" userId="1bea10b0d3d0befb" providerId="LiveId" clId="{14B73243-212F-46A5-B57F-2945D9A616A1}" dt="2026-04-02T17:35:49.934" v="231" actId="1076"/>
          <ac:spMkLst>
            <pc:docMk/>
            <pc:sldMk cId="0" sldId="262"/>
            <ac:spMk id="135" creationId="{00000000-0000-0000-0000-000000000000}"/>
          </ac:spMkLst>
        </pc:spChg>
        <pc:spChg chg="mod">
          <ac:chgData name="Vedant Tendulkar" userId="1bea10b0d3d0befb" providerId="LiveId" clId="{14B73243-212F-46A5-B57F-2945D9A616A1}" dt="2026-04-02T17:36:08.402" v="234" actId="1076"/>
          <ac:spMkLst>
            <pc:docMk/>
            <pc:sldMk cId="0" sldId="262"/>
            <ac:spMk id="137" creationId="{00000000-0000-0000-0000-000000000000}"/>
          </ac:spMkLst>
        </pc:spChg>
        <pc:picChg chg="add mod">
          <ac:chgData name="Vedant Tendulkar" userId="1bea10b0d3d0befb" providerId="LiveId" clId="{14B73243-212F-46A5-B57F-2945D9A616A1}" dt="2026-04-02T17:43:50.243" v="282" actId="1076"/>
          <ac:picMkLst>
            <pc:docMk/>
            <pc:sldMk cId="0" sldId="262"/>
            <ac:picMk id="3" creationId="{1D8F313D-0AEF-48CF-A414-0326E3FF707B}"/>
          </ac:picMkLst>
        </pc:picChg>
      </pc:sldChg>
      <pc:sldChg chg="addSp delSp modSp new mod">
        <pc:chgData name="Vedant Tendulkar" userId="1bea10b0d3d0befb" providerId="LiveId" clId="{14B73243-212F-46A5-B57F-2945D9A616A1}" dt="2026-04-02T17:51:02.897" v="289" actId="14100"/>
        <pc:sldMkLst>
          <pc:docMk/>
          <pc:sldMk cId="808371995" sldId="264"/>
        </pc:sldMkLst>
        <pc:spChg chg="mod">
          <ac:chgData name="Vedant Tendulkar" userId="1bea10b0d3d0befb" providerId="LiveId" clId="{14B73243-212F-46A5-B57F-2945D9A616A1}" dt="2026-04-02T17:50:41.990" v="286" actId="1076"/>
          <ac:spMkLst>
            <pc:docMk/>
            <pc:sldMk cId="808371995" sldId="264"/>
            <ac:spMk id="2" creationId="{719A766A-51CF-EB18-0C5F-91F59262FBED}"/>
          </ac:spMkLst>
        </pc:spChg>
        <pc:picChg chg="add mod">
          <ac:chgData name="Vedant Tendulkar" userId="1bea10b0d3d0befb" providerId="LiveId" clId="{14B73243-212F-46A5-B57F-2945D9A616A1}" dt="2026-04-02T17:51:02.897" v="289" actId="14100"/>
          <ac:picMkLst>
            <pc:docMk/>
            <pc:sldMk cId="808371995" sldId="264"/>
            <ac:picMk id="6" creationId="{DC5143E6-E851-E555-BC73-75B9C3724A4F}"/>
          </ac:picMkLst>
        </pc:picChg>
      </pc:sldChg>
      <pc:sldChg chg="addSp delSp modSp new mod">
        <pc:chgData name="Vedant Tendulkar" userId="1bea10b0d3d0befb" providerId="LiveId" clId="{14B73243-212F-46A5-B57F-2945D9A616A1}" dt="2026-04-07T06:28:41.417" v="419" actId="478"/>
        <pc:sldMkLst>
          <pc:docMk/>
          <pc:sldMk cId="2000395784" sldId="265"/>
        </pc:sldMkLst>
        <pc:spChg chg="mod">
          <ac:chgData name="Vedant Tendulkar" userId="1bea10b0d3d0befb" providerId="LiveId" clId="{14B73243-212F-46A5-B57F-2945D9A616A1}" dt="2026-04-07T06:28:19.424" v="415" actId="27636"/>
          <ac:spMkLst>
            <pc:docMk/>
            <pc:sldMk cId="2000395784" sldId="265"/>
            <ac:spMk id="2" creationId="{678E72B8-E1DA-462F-E16D-814EB92BDFFA}"/>
          </ac:spMkLst>
        </pc:spChg>
        <pc:spChg chg="add del mod">
          <ac:chgData name="Vedant Tendulkar" userId="1bea10b0d3d0befb" providerId="LiveId" clId="{14B73243-212F-46A5-B57F-2945D9A616A1}" dt="2026-04-07T06:28:41.417" v="419" actId="478"/>
          <ac:spMkLst>
            <pc:docMk/>
            <pc:sldMk cId="2000395784" sldId="265"/>
            <ac:spMk id="3" creationId="{8CA1F3F9-25D8-0F62-AADC-49F7F2D4B470}"/>
          </ac:spMkLst>
        </pc:spChg>
        <pc:picChg chg="add mod">
          <ac:chgData name="Vedant Tendulkar" userId="1bea10b0d3d0befb" providerId="LiveId" clId="{14B73243-212F-46A5-B57F-2945D9A616A1}" dt="2026-04-02T18:01:18.425" v="319" actId="1076"/>
          <ac:picMkLst>
            <pc:docMk/>
            <pc:sldMk cId="2000395784" sldId="265"/>
            <ac:picMk id="5" creationId="{4884C8D5-B359-F92B-C74D-711770473A6E}"/>
          </ac:picMkLst>
        </pc:picChg>
        <pc:picChg chg="add mod">
          <ac:chgData name="Vedant Tendulkar" userId="1bea10b0d3d0befb" providerId="LiveId" clId="{14B73243-212F-46A5-B57F-2945D9A616A1}" dt="2026-04-02T18:01:21.411" v="320" actId="1076"/>
          <ac:picMkLst>
            <pc:docMk/>
            <pc:sldMk cId="2000395784" sldId="265"/>
            <ac:picMk id="4098" creationId="{3BBF8523-C0B1-1EB0-C32B-902DCB425202}"/>
          </ac:picMkLst>
        </pc:picChg>
      </pc:sldChg>
      <pc:sldChg chg="addSp delSp modSp new mod">
        <pc:chgData name="Vedant Tendulkar" userId="1bea10b0d3d0befb" providerId="LiveId" clId="{14B73243-212F-46A5-B57F-2945D9A616A1}" dt="2026-04-03T04:40:53.994" v="385" actId="1076"/>
        <pc:sldMkLst>
          <pc:docMk/>
          <pc:sldMk cId="304102670" sldId="266"/>
        </pc:sldMkLst>
        <pc:spChg chg="mod">
          <ac:chgData name="Vedant Tendulkar" userId="1bea10b0d3d0befb" providerId="LiveId" clId="{14B73243-212F-46A5-B57F-2945D9A616A1}" dt="2026-04-03T04:38:20" v="356" actId="1076"/>
          <ac:spMkLst>
            <pc:docMk/>
            <pc:sldMk cId="304102670" sldId="266"/>
            <ac:spMk id="2" creationId="{08136E0A-EDDC-DEAA-88E7-C80FE69F6874}"/>
          </ac:spMkLst>
        </pc:spChg>
        <pc:spChg chg="mod">
          <ac:chgData name="Vedant Tendulkar" userId="1bea10b0d3d0befb" providerId="LiveId" clId="{14B73243-212F-46A5-B57F-2945D9A616A1}" dt="2026-04-03T04:39:46.433" v="377" actId="1076"/>
          <ac:spMkLst>
            <pc:docMk/>
            <pc:sldMk cId="304102670" sldId="266"/>
            <ac:spMk id="4" creationId="{C6F3BD62-21DE-2D95-1048-6372811AC0FA}"/>
          </ac:spMkLst>
        </pc:spChg>
        <pc:picChg chg="add mod">
          <ac:chgData name="Vedant Tendulkar" userId="1bea10b0d3d0befb" providerId="LiveId" clId="{14B73243-212F-46A5-B57F-2945D9A616A1}" dt="2026-04-03T04:39:53.009" v="378" actId="1076"/>
          <ac:picMkLst>
            <pc:docMk/>
            <pc:sldMk cId="304102670" sldId="266"/>
            <ac:picMk id="1026" creationId="{F70B011F-FED4-DDBE-1FB5-3097BA524401}"/>
          </ac:picMkLst>
        </pc:picChg>
        <pc:picChg chg="add mod">
          <ac:chgData name="Vedant Tendulkar" userId="1bea10b0d3d0befb" providerId="LiveId" clId="{14B73243-212F-46A5-B57F-2945D9A616A1}" dt="2026-04-03T04:39:33.731" v="376" actId="14100"/>
          <ac:picMkLst>
            <pc:docMk/>
            <pc:sldMk cId="304102670" sldId="266"/>
            <ac:picMk id="1028" creationId="{12CC5331-5C41-D8C4-A714-5C1C3A910607}"/>
          </ac:picMkLst>
        </pc:picChg>
        <pc:picChg chg="add mod">
          <ac:chgData name="Vedant Tendulkar" userId="1bea10b0d3d0befb" providerId="LiveId" clId="{14B73243-212F-46A5-B57F-2945D9A616A1}" dt="2026-04-03T04:40:31.833" v="382" actId="1076"/>
          <ac:picMkLst>
            <pc:docMk/>
            <pc:sldMk cId="304102670" sldId="266"/>
            <ac:picMk id="1030" creationId="{67B13A19-3CE2-27F0-3CA8-8131B8257C39}"/>
          </ac:picMkLst>
        </pc:picChg>
        <pc:picChg chg="add mod">
          <ac:chgData name="Vedant Tendulkar" userId="1bea10b0d3d0befb" providerId="LiveId" clId="{14B73243-212F-46A5-B57F-2945D9A616A1}" dt="2026-04-03T04:40:53.994" v="385" actId="1076"/>
          <ac:picMkLst>
            <pc:docMk/>
            <pc:sldMk cId="304102670" sldId="266"/>
            <ac:picMk id="1032" creationId="{6005149B-9F01-46E4-ACF2-4B7DB3CD43C7}"/>
          </ac:picMkLst>
        </pc:picChg>
      </pc:sldChg>
      <pc:sldChg chg="addSp delSp modSp new mod">
        <pc:chgData name="Vedant Tendulkar" userId="1bea10b0d3d0befb" providerId="LiveId" clId="{14B73243-212F-46A5-B57F-2945D9A616A1}" dt="2026-04-07T06:29:00.840" v="437" actId="1076"/>
        <pc:sldMkLst>
          <pc:docMk/>
          <pc:sldMk cId="3423265722" sldId="267"/>
        </pc:sldMkLst>
        <pc:spChg chg="mod">
          <ac:chgData name="Vedant Tendulkar" userId="1bea10b0d3d0befb" providerId="LiveId" clId="{14B73243-212F-46A5-B57F-2945D9A616A1}" dt="2026-04-07T06:11:00.977" v="411" actId="1076"/>
          <ac:spMkLst>
            <pc:docMk/>
            <pc:sldMk cId="3423265722" sldId="267"/>
            <ac:spMk id="2" creationId="{DE493CD6-269E-7396-4907-14E801C608AC}"/>
          </ac:spMkLst>
        </pc:spChg>
        <pc:spChg chg="del">
          <ac:chgData name="Vedant Tendulkar" userId="1bea10b0d3d0befb" providerId="LiveId" clId="{14B73243-212F-46A5-B57F-2945D9A616A1}" dt="2026-04-07T06:10:02.297" v="389" actId="478"/>
          <ac:spMkLst>
            <pc:docMk/>
            <pc:sldMk cId="3423265722" sldId="267"/>
            <ac:spMk id="3" creationId="{0B03D90E-1D0D-5B54-50B8-DB2CB4BBE7B7}"/>
          </ac:spMkLst>
        </pc:spChg>
        <pc:spChg chg="mod">
          <ac:chgData name="Vedant Tendulkar" userId="1bea10b0d3d0befb" providerId="LiveId" clId="{14B73243-212F-46A5-B57F-2945D9A616A1}" dt="2026-04-07T06:10:45.098" v="409" actId="404"/>
          <ac:spMkLst>
            <pc:docMk/>
            <pc:sldMk cId="3423265722" sldId="267"/>
            <ac:spMk id="4" creationId="{040AC5A8-FD66-295F-91F8-7D6A5FFE819B}"/>
          </ac:spMkLst>
        </pc:spChg>
        <pc:spChg chg="add mod">
          <ac:chgData name="Vedant Tendulkar" userId="1bea10b0d3d0befb" providerId="LiveId" clId="{14B73243-212F-46A5-B57F-2945D9A616A1}" dt="2026-04-07T06:29:00.840" v="437" actId="1076"/>
          <ac:spMkLst>
            <pc:docMk/>
            <pc:sldMk cId="3423265722" sldId="267"/>
            <ac:spMk id="5" creationId="{7360142D-4E63-BD08-A12C-055C3A7658D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244250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14912aa8f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214912aa8f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5ff18e6c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25ff18e6c2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" name="Google Shape;33;p13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5680472"/>
            <a:ext cx="838200" cy="1190779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/>
          <p:nvPr/>
        </p:nvSpPr>
        <p:spPr>
          <a:xfrm>
            <a:off x="0" y="6080760"/>
            <a:ext cx="838200" cy="79049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4"/>
          <p:cNvSpPr/>
          <p:nvPr/>
        </p:nvSpPr>
        <p:spPr>
          <a:xfrm>
            <a:off x="10169610" y="6356350"/>
            <a:ext cx="2022390" cy="514900"/>
          </a:xfrm>
          <a:prstGeom prst="rect">
            <a:avLst/>
          </a:prstGeom>
          <a:solidFill>
            <a:srgbClr val="D922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4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Google Shape;9;p4" descr="Graphical user interface, text, application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1018520" y="387803"/>
            <a:ext cx="728472" cy="539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Picture 3" descr="C:\Users\ISLAB\Downloads\KJSCE\K J Somaiya College of Engineering.png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" y="387803"/>
            <a:ext cx="19812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WATVSS107/Predictive-Modeling-of-PLGA-Nanoparticle-Properties/tree/main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>
            <a:spLocks noGrp="1"/>
          </p:cNvSpPr>
          <p:nvPr>
            <p:ph type="ctrTitle"/>
          </p:nvPr>
        </p:nvSpPr>
        <p:spPr>
          <a:xfrm>
            <a:off x="1211898" y="4265274"/>
            <a:ext cx="9144000" cy="578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>
              <a:buSzPct val="136054"/>
            </a:pPr>
            <a:r>
              <a:rPr lang="en-US" dirty="0"/>
              <a:t>Predictive Modeling of PLGA Nanoparticle Properties for Small Molecule Drug Delivery using Machine Learning.</a:t>
            </a:r>
            <a:endParaRPr dirty="0"/>
          </a:p>
        </p:txBody>
      </p:sp>
      <p:sp>
        <p:nvSpPr>
          <p:cNvPr id="86" name="Google Shape;86;p2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2FCCFA-F6FB-CCFE-7E59-A40E60B8728F}"/>
              </a:ext>
            </a:extLst>
          </p:cNvPr>
          <p:cNvSpPr txBox="1"/>
          <p:nvPr/>
        </p:nvSpPr>
        <p:spPr>
          <a:xfrm>
            <a:off x="482267" y="4740874"/>
            <a:ext cx="2016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Vedant Tendulkar</a:t>
            </a:r>
          </a:p>
          <a:p>
            <a:r>
              <a:rPr lang="en-IN" sz="1600" dirty="0"/>
              <a:t>TY AIDS</a:t>
            </a:r>
            <a:br>
              <a:rPr lang="en-IN" sz="1600" dirty="0"/>
            </a:br>
            <a:r>
              <a:rPr lang="en-IN" sz="1600" dirty="0"/>
              <a:t>16014223093</a:t>
            </a:r>
          </a:p>
        </p:txBody>
      </p:sp>
      <p:pic>
        <p:nvPicPr>
          <p:cNvPr id="2050" name="Picture 2" descr="Find A Chemistry Teacher Online">
            <a:extLst>
              <a:ext uri="{FF2B5EF4-FFF2-40B4-BE49-F238E27FC236}">
                <a16:creationId xmlns:a16="http://schemas.microsoft.com/office/drawing/2014/main" id="{F6851717-D468-97C3-7EDC-D7FCC1F986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125" y="4265274"/>
            <a:ext cx="2138977" cy="14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>
            <a:off x="1703512" y="404664"/>
            <a:ext cx="9144000" cy="722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/>
            <a:r>
              <a:rPr lang="en-IN" sz="3600" dirty="0"/>
              <a:t>Problem with Drugs</a:t>
            </a:r>
            <a:endParaRPr sz="3600" dirty="0"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AC3B85-1626-CEA3-425A-F386E4725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5010" y="1937620"/>
            <a:ext cx="9144000" cy="1655762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Low solubility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Poor targeting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Side effects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Degradation in body</a:t>
            </a:r>
            <a:endParaRPr lang="en-IN" dirty="0"/>
          </a:p>
        </p:txBody>
      </p:sp>
      <p:pic>
        <p:nvPicPr>
          <p:cNvPr id="1026" name="Picture 2" descr="The Real Reason Walter White Had To Die In Breaking Bad">
            <a:extLst>
              <a:ext uri="{FF2B5EF4-FFF2-40B4-BE49-F238E27FC236}">
                <a16:creationId xmlns:a16="http://schemas.microsoft.com/office/drawing/2014/main" id="{47456EF5-AFDC-57FD-C03D-4DFC7EFEF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9522" y="1244581"/>
            <a:ext cx="5057468" cy="436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/>
        </p:nvSpPr>
        <p:spPr>
          <a:xfrm>
            <a:off x="1680075" y="498513"/>
            <a:ext cx="8831850" cy="576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90000"/>
              </a:lnSpc>
              <a:buClr>
                <a:srgbClr val="C00000"/>
              </a:buClr>
              <a:buSzPts val="4000"/>
            </a:pPr>
            <a:r>
              <a:rPr lang="en-IN" sz="4000" dirty="0"/>
              <a:t>What are Nanoparticles?</a:t>
            </a:r>
            <a:endParaRPr sz="4000" b="0" i="0" u="none" strike="noStrike" cap="none" dirty="0">
              <a:solidFill>
                <a:srgbClr val="C00000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sp>
        <p:nvSpPr>
          <p:cNvPr id="103" name="Google Shape;103;p16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980B95-4718-7D9B-5EE2-7477DFFD2772}"/>
              </a:ext>
            </a:extLst>
          </p:cNvPr>
          <p:cNvSpPr txBox="1"/>
          <p:nvPr/>
        </p:nvSpPr>
        <p:spPr>
          <a:xfrm>
            <a:off x="1258529" y="1775880"/>
            <a:ext cx="39427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Very small particles (nanometer scale)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as drug carriers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0F0F2-78A3-C356-A4F3-4DC4A3E5ADCD}"/>
              </a:ext>
            </a:extLst>
          </p:cNvPr>
          <p:cNvSpPr txBox="1"/>
          <p:nvPr/>
        </p:nvSpPr>
        <p:spPr>
          <a:xfrm>
            <a:off x="1258529" y="3429000"/>
            <a:ext cx="5083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PLGA=Poly(lactide-co-</a:t>
            </a:r>
            <a:r>
              <a:rPr lang="en-IN" sz="2400" b="1" dirty="0" err="1"/>
              <a:t>glycolide</a:t>
            </a:r>
            <a:r>
              <a:rPr lang="en-IN" sz="2400" b="1" dirty="0"/>
              <a:t>)</a:t>
            </a:r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Biodegradable polymer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Safe for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Used to make nanoparticles</a:t>
            </a:r>
            <a:endParaRPr lang="en-IN" sz="2400" dirty="0"/>
          </a:p>
        </p:txBody>
      </p:sp>
      <p:pic>
        <p:nvPicPr>
          <p:cNvPr id="3074" name="Picture 2" descr="Nanoparticle | Definition, Size Range, &amp; Applications | Britannica">
            <a:extLst>
              <a:ext uri="{FF2B5EF4-FFF2-40B4-BE49-F238E27FC236}">
                <a16:creationId xmlns:a16="http://schemas.microsoft.com/office/drawing/2014/main" id="{C6845DB4-F0AD-3D48-E01E-FA19E680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1806" y="3881791"/>
            <a:ext cx="2102311" cy="189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iDubbbz &quot;That's quite big… impressive!&quot; #meme #quote #idubbbz - YouTube">
            <a:extLst>
              <a:ext uri="{FF2B5EF4-FFF2-40B4-BE49-F238E27FC236}">
                <a16:creationId xmlns:a16="http://schemas.microsoft.com/office/drawing/2014/main" id="{D2F0E2DE-B826-75DA-E816-24AB16FF55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5353" y="1301741"/>
            <a:ext cx="3781794" cy="2127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"/>
          <p:cNvSpPr txBox="1">
            <a:spLocks noGrp="1"/>
          </p:cNvSpPr>
          <p:nvPr>
            <p:ph type="ctrTitle"/>
          </p:nvPr>
        </p:nvSpPr>
        <p:spPr>
          <a:xfrm>
            <a:off x="2949677" y="403121"/>
            <a:ext cx="6292645" cy="1050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/>
            <a:r>
              <a:rPr lang="en-IN" dirty="0"/>
              <a:t>Dataset Overview</a:t>
            </a:r>
            <a:endParaRPr dirty="0"/>
          </a:p>
        </p:txBody>
      </p:sp>
      <p:sp>
        <p:nvSpPr>
          <p:cNvPr id="109" name="Google Shape;109;p1"/>
          <p:cNvSpPr txBox="1">
            <a:spLocks noGrp="1"/>
          </p:cNvSpPr>
          <p:nvPr>
            <p:ph type="subTitle" idx="1"/>
          </p:nvPr>
        </p:nvSpPr>
        <p:spPr>
          <a:xfrm>
            <a:off x="841852" y="1684748"/>
            <a:ext cx="9327758" cy="24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/>
              <a:t>433 formulations</a:t>
            </a:r>
          </a:p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/>
              <a:t>15 input features</a:t>
            </a:r>
          </a:p>
          <a:p>
            <a:pPr lvl="0" algn="l">
              <a:spcBef>
                <a:spcPts val="0"/>
              </a:spcBef>
            </a:pPr>
            <a:r>
              <a:rPr lang="en-IN" dirty="0"/>
              <a:t> 3 outputs:</a:t>
            </a:r>
          </a:p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/>
              <a:t>Particle Size</a:t>
            </a:r>
          </a:p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/>
              <a:t>EE</a:t>
            </a:r>
          </a:p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/>
              <a:t>LC</a:t>
            </a:r>
            <a:endParaRPr dirty="0"/>
          </a:p>
        </p:txBody>
      </p:sp>
      <p:sp>
        <p:nvSpPr>
          <p:cNvPr id="112" name="Google Shape;112;p1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88F0F-1AC8-C505-9336-14C9B7D74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25664"/>
            <a:ext cx="12192000" cy="21211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36E0A-EDDC-DEAA-88E7-C80FE69F6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0178" y="320420"/>
            <a:ext cx="6351639" cy="617844"/>
          </a:xfrm>
        </p:spPr>
        <p:txBody>
          <a:bodyPr/>
          <a:lstStyle/>
          <a:p>
            <a:r>
              <a:rPr lang="en-IN" dirty="0"/>
              <a:t>Tools &amp; Techniques Used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3BD62-21DE-2D95-1048-6372811AC0F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96576" y="1398638"/>
            <a:ext cx="7020069" cy="4481052"/>
          </a:xfrm>
        </p:spPr>
        <p:txBody>
          <a:bodyPr>
            <a:normAutofit fontScale="92500" lnSpcReduction="10000"/>
          </a:bodyPr>
          <a:lstStyle/>
          <a:p>
            <a:r>
              <a:rPr lang="en-IN" sz="2400" dirty="0"/>
              <a:t>Libraries Used:</a:t>
            </a:r>
          </a:p>
          <a:p>
            <a:r>
              <a:rPr lang="en-IN" sz="2400" dirty="0"/>
              <a:t>- Pandas → Data handling</a:t>
            </a:r>
          </a:p>
          <a:p>
            <a:r>
              <a:rPr lang="en-IN" sz="2400" dirty="0"/>
              <a:t>- NumPy → Numerical operations</a:t>
            </a:r>
          </a:p>
          <a:p>
            <a:r>
              <a:rPr lang="en-IN" sz="2400" dirty="0"/>
              <a:t>- Matplotlib &amp; Seaborn → Visualization</a:t>
            </a:r>
          </a:p>
          <a:p>
            <a:r>
              <a:rPr lang="en-IN" sz="2400" dirty="0"/>
              <a:t>- Scikit-learn → Machine Learning</a:t>
            </a:r>
          </a:p>
          <a:p>
            <a:endParaRPr lang="en-IN" sz="2400" dirty="0"/>
          </a:p>
          <a:p>
            <a:r>
              <a:rPr lang="en-IN" sz="2400" dirty="0"/>
              <a:t>Techniques Used:</a:t>
            </a:r>
          </a:p>
          <a:p>
            <a:r>
              <a:rPr lang="en-IN" sz="2400" dirty="0"/>
              <a:t>- Exploratory Data Analysis (EDA)</a:t>
            </a:r>
          </a:p>
          <a:p>
            <a:r>
              <a:rPr lang="en-IN" sz="2400" dirty="0"/>
              <a:t>- Correlation Analysis</a:t>
            </a:r>
          </a:p>
          <a:p>
            <a:r>
              <a:rPr lang="en-IN" sz="2400" dirty="0"/>
              <a:t>- Data Visualization</a:t>
            </a:r>
          </a:p>
          <a:p>
            <a:r>
              <a:rPr lang="en-IN" sz="2400" dirty="0"/>
              <a:t>- Random Forest Regression</a:t>
            </a:r>
          </a:p>
        </p:txBody>
      </p:sp>
      <p:pic>
        <p:nvPicPr>
          <p:cNvPr id="1026" name="Picture 2" descr="GitHub - numpy/numpy: The fundamental package for scientific computing with  Python. · GitHub">
            <a:extLst>
              <a:ext uri="{FF2B5EF4-FFF2-40B4-BE49-F238E27FC236}">
                <a16:creationId xmlns:a16="http://schemas.microsoft.com/office/drawing/2014/main" id="{F70B011F-FED4-DDBE-1FB5-3097BA524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5233" y="938264"/>
            <a:ext cx="3190875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is pandas?">
            <a:extLst>
              <a:ext uri="{FF2B5EF4-FFF2-40B4-BE49-F238E27FC236}">
                <a16:creationId xmlns:a16="http://schemas.microsoft.com/office/drawing/2014/main" id="{12CC5331-5C41-D8C4-A714-5C1C3A910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4606" y="4864860"/>
            <a:ext cx="2497394" cy="1473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plotlib logo — Matplotlib 3.10.8 documentation">
            <a:extLst>
              <a:ext uri="{FF2B5EF4-FFF2-40B4-BE49-F238E27FC236}">
                <a16:creationId xmlns:a16="http://schemas.microsoft.com/office/drawing/2014/main" id="{67B13A19-3CE2-27F0-3CA8-8131B8257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5302" y="2834087"/>
            <a:ext cx="4025387" cy="805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andom Forest VC | Early Stage AI and ML Fund | Israel">
            <a:extLst>
              <a:ext uri="{FF2B5EF4-FFF2-40B4-BE49-F238E27FC236}">
                <a16:creationId xmlns:a16="http://schemas.microsoft.com/office/drawing/2014/main" id="{6005149B-9F01-46E4-ACF2-4B7DB3CD4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7742" y="4404446"/>
            <a:ext cx="3691706" cy="113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02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 txBox="1">
            <a:spLocks noGrp="1"/>
          </p:cNvSpPr>
          <p:nvPr>
            <p:ph type="title"/>
          </p:nvPr>
        </p:nvSpPr>
        <p:spPr>
          <a:xfrm>
            <a:off x="2805838" y="220507"/>
            <a:ext cx="6190278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3600"/>
            </a:pPr>
            <a:r>
              <a:rPr lang="en-IN" dirty="0"/>
              <a:t>Correlation Heatmap</a:t>
            </a:r>
            <a:endParaRPr dirty="0"/>
          </a:p>
        </p:txBody>
      </p:sp>
      <p:sp>
        <p:nvSpPr>
          <p:cNvPr id="119" name="Google Shape;119;p3"/>
          <p:cNvSpPr txBox="1">
            <a:spLocks noGrp="1"/>
          </p:cNvSpPr>
          <p:nvPr>
            <p:ph type="body" idx="2"/>
          </p:nvPr>
        </p:nvSpPr>
        <p:spPr>
          <a:xfrm>
            <a:off x="554652" y="1152833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</a:pPr>
            <a:r>
              <a:rPr lang="en-IN" dirty="0"/>
              <a:t>Relationship between variables</a:t>
            </a:r>
            <a:endParaRPr dirty="0"/>
          </a:p>
        </p:txBody>
      </p:sp>
      <p:sp>
        <p:nvSpPr>
          <p:cNvPr id="122" name="Google Shape;122;p3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6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F8B1F1-B92B-8557-4219-E8FAC20B1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788" y="1589115"/>
            <a:ext cx="11175231" cy="47703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14912aa8f3_0_0"/>
          <p:cNvSpPr txBox="1">
            <a:spLocks noGrp="1"/>
          </p:cNvSpPr>
          <p:nvPr>
            <p:ph type="title"/>
          </p:nvPr>
        </p:nvSpPr>
        <p:spPr>
          <a:xfrm>
            <a:off x="2568678" y="321532"/>
            <a:ext cx="105156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>
              <a:buSzPts val="3200"/>
            </a:pPr>
            <a:r>
              <a:rPr lang="en-IN" sz="4000" dirty="0"/>
              <a:t>Drug/Polymer vs LC</a:t>
            </a:r>
            <a:endParaRPr sz="4000" dirty="0"/>
          </a:p>
        </p:txBody>
      </p:sp>
      <p:sp>
        <p:nvSpPr>
          <p:cNvPr id="129" name="Google Shape;129;g214912aa8f3_0_0"/>
          <p:cNvSpPr txBox="1">
            <a:spLocks noGrp="1"/>
          </p:cNvSpPr>
          <p:nvPr>
            <p:ph type="ftr" idx="11"/>
          </p:nvPr>
        </p:nvSpPr>
        <p:spPr>
          <a:xfrm>
            <a:off x="0" y="1145932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IN" sz="1800" dirty="0"/>
              <a:t>↑ Drug/Polymer → ↑ LC</a:t>
            </a:r>
            <a:endParaRPr sz="18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g214912aa8f3_0_0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7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BE6B23-5B15-BBAD-A4F2-D66301A1E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73" y="1548143"/>
            <a:ext cx="11366092" cy="49883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5ff18e6c2c_0_0"/>
          <p:cNvSpPr txBox="1">
            <a:spLocks noGrp="1"/>
          </p:cNvSpPr>
          <p:nvPr>
            <p:ph type="title"/>
          </p:nvPr>
        </p:nvSpPr>
        <p:spPr>
          <a:xfrm>
            <a:off x="2805838" y="386751"/>
            <a:ext cx="6249270" cy="602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en-IN" sz="4000" dirty="0"/>
              <a:t>Surfactant vs Particle Size</a:t>
            </a:r>
            <a:endParaRPr sz="4000" dirty="0"/>
          </a:p>
        </p:txBody>
      </p:sp>
      <p:sp>
        <p:nvSpPr>
          <p:cNvPr id="137" name="Google Shape;137;g25ff18e6c2c_0_0"/>
          <p:cNvSpPr txBox="1">
            <a:spLocks noGrp="1"/>
          </p:cNvSpPr>
          <p:nvPr>
            <p:ph type="body" idx="1"/>
          </p:nvPr>
        </p:nvSpPr>
        <p:spPr>
          <a:xfrm>
            <a:off x="721800" y="1192162"/>
            <a:ext cx="2208212" cy="602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/>
            <a:r>
              <a:rPr lang="en-IN" dirty="0"/>
              <a:t>Surfactant affects size</a:t>
            </a:r>
            <a:endParaRPr dirty="0"/>
          </a:p>
        </p:txBody>
      </p:sp>
      <p:sp>
        <p:nvSpPr>
          <p:cNvPr id="140" name="Google Shape;140;g25ff18e6c2c_0_0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8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8F313D-0AEF-48CF-A414-0326E3FF7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1" y="1714295"/>
            <a:ext cx="11120284" cy="47569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A766A-51CF-EB18-0C5F-91F59262F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873" y="383459"/>
            <a:ext cx="7659328" cy="521998"/>
          </a:xfrm>
        </p:spPr>
        <p:txBody>
          <a:bodyPr>
            <a:normAutofit fontScale="90000"/>
          </a:bodyPr>
          <a:lstStyle/>
          <a:p>
            <a:r>
              <a:rPr lang="en-IN" dirty="0"/>
              <a:t>Key influencing parameters identified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5143E6-E851-E555-BC73-75B9C3724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09" y="1211825"/>
            <a:ext cx="11759382" cy="5149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71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93CD6-269E-7396-4907-14E801C60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881" y="406452"/>
            <a:ext cx="3932237" cy="592392"/>
          </a:xfrm>
        </p:spPr>
        <p:txBody>
          <a:bodyPr>
            <a:normAutofit/>
          </a:bodyPr>
          <a:lstStyle/>
          <a:p>
            <a:r>
              <a:rPr lang="en-IN" sz="3600" dirty="0"/>
              <a:t>References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0AC5A8-FD66-295F-91F8-7D6A5FFE8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2239" y="1585452"/>
            <a:ext cx="9405425" cy="3537154"/>
          </a:xfrm>
        </p:spPr>
        <p:txBody>
          <a:bodyPr>
            <a:normAutofit/>
          </a:bodyPr>
          <a:lstStyle/>
          <a:p>
            <a:r>
              <a:rPr lang="en-IN" sz="2800" dirty="0"/>
              <a:t>- Scientific Data Journal (PLGA dataset paper)</a:t>
            </a:r>
          </a:p>
          <a:p>
            <a:r>
              <a:rPr lang="en-IN" sz="2800" dirty="0"/>
              <a:t>- Mendeley Data Repository</a:t>
            </a:r>
          </a:p>
          <a:p>
            <a:r>
              <a:rPr lang="en-IN" sz="2800" dirty="0"/>
              <a:t>- Scikit-learn Documentation</a:t>
            </a:r>
          </a:p>
          <a:p>
            <a:r>
              <a:rPr lang="en-IN" sz="2800" dirty="0"/>
              <a:t>- Research articles on PLGA nanoparticles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60142D-4E63-BD08-A12C-055C3A7658D4}"/>
              </a:ext>
            </a:extLst>
          </p:cNvPr>
          <p:cNvSpPr txBox="1"/>
          <p:nvPr/>
        </p:nvSpPr>
        <p:spPr>
          <a:xfrm>
            <a:off x="963562" y="5122606"/>
            <a:ext cx="8962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/>
              <a:t>Github</a:t>
            </a:r>
            <a:r>
              <a:rPr lang="en-IN" dirty="0"/>
              <a:t> repo: </a:t>
            </a:r>
            <a:r>
              <a:rPr lang="en-IN" dirty="0">
                <a:hlinkClick r:id="rId2"/>
              </a:rPr>
              <a:t>https://github.com/SWATVSS107/Predictive-Modeling-of-PLGA-Nanoparticle-Properties/tree/main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326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E72B8-E1DA-462F-E16D-814EB92BDF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7975" y="2568860"/>
            <a:ext cx="8878529" cy="1150221"/>
          </a:xfrm>
        </p:spPr>
        <p:txBody>
          <a:bodyPr>
            <a:normAutofit/>
          </a:bodyPr>
          <a:lstStyle/>
          <a:p>
            <a:r>
              <a:rPr lang="en-IN" dirty="0"/>
              <a:t>Thank You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84C8D5-B359-F92B-C74D-711770473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24" y="4198374"/>
            <a:ext cx="5874875" cy="2174331"/>
          </a:xfrm>
          <a:prstGeom prst="rect">
            <a:avLst/>
          </a:prstGeom>
        </p:spPr>
      </p:pic>
      <p:pic>
        <p:nvPicPr>
          <p:cNvPr id="4098" name="Picture 2" descr="Polymer Chemistry | Bruker">
            <a:extLst>
              <a:ext uri="{FF2B5EF4-FFF2-40B4-BE49-F238E27FC236}">
                <a16:creationId xmlns:a16="http://schemas.microsoft.com/office/drawing/2014/main" id="{3BBF8523-C0B1-1EB0-C32B-902DCB425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2683" y="314632"/>
            <a:ext cx="3381342" cy="2254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0395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omaiya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202</Words>
  <Application>Microsoft Office PowerPoint</Application>
  <PresentationFormat>Widescreen</PresentationFormat>
  <Paragraphs>55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Fira Sans</vt:lpstr>
      <vt:lpstr>Marcellus</vt:lpstr>
      <vt:lpstr>Calibri</vt:lpstr>
      <vt:lpstr>Office Theme</vt:lpstr>
      <vt:lpstr>Predictive Modeling of PLGA Nanoparticle Properties for Small Molecule Drug Delivery using Machine Learning.</vt:lpstr>
      <vt:lpstr>Problem with Drugs</vt:lpstr>
      <vt:lpstr>PowerPoint Presentation</vt:lpstr>
      <vt:lpstr>Dataset Overview</vt:lpstr>
      <vt:lpstr>Tools &amp; Techniques Used</vt:lpstr>
      <vt:lpstr>Correlation Heatmap</vt:lpstr>
      <vt:lpstr>Drug/Polymer vs LC</vt:lpstr>
      <vt:lpstr>Surfactant vs Particle Size</vt:lpstr>
      <vt:lpstr>Key influencing parameters identified</vt:lpstr>
      <vt:lpstr>References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Pushpendra Kumar Dhansoia</dc:creator>
  <cp:lastModifiedBy>Vedant Tendulkar</cp:lastModifiedBy>
  <cp:revision>2</cp:revision>
  <dcterms:created xsi:type="dcterms:W3CDTF">2022-02-21T05:08:08Z</dcterms:created>
  <dcterms:modified xsi:type="dcterms:W3CDTF">2026-04-07T06:29:01Z</dcterms:modified>
</cp:coreProperties>
</file>